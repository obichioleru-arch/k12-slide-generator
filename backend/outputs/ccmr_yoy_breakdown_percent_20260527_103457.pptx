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943452626426857E-2"/>
          <c:y val="3.0480594094488531E-2"/>
          <c:w val="0.9487808679832459"/>
          <c:h val="0.8169305409007244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1F2933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62.8</c:v>
                </c:pt>
                <c:pt idx="1">
                  <c:v>4.8</c:v>
                </c:pt>
                <c:pt idx="2">
                  <c:v>76.3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1F2933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74.6</c:v>
                </c:pt>
                <c:pt idx="1">
                  <c:v>10.6</c:v>
                </c:pt>
                <c:pt idx="2">
                  <c:v>84.2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777-4CB8-854D-4759A63356C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1F2933"/>
                    </a:solidFill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TSI</c:v>
                </c:pt>
                <c:pt idx="1">
                  <c:v>IBC</c:v>
                </c:pt>
                <c:pt idx="2">
                  <c:v>Enrollment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81.3</c:v>
                </c:pt>
                <c:pt idx="1">
                  <c:v>17.9</c:v>
                </c:pt>
                <c:pt idx="2">
                  <c:v>91.6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C777-4CB8-854D-4759A63356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in val="0.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0E89-520D-6484-9E23-692CF454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3B2C33-2BFD-E3BB-80A2-B45A1671CC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399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B4D71F-B911-49EA-A157-747B26C1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7124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{{Campus}} CCMR YOY Growth 2024 to 2026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838B90-0EC6-33F7-E50B-FDF42EA81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94682457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3B2F82F-10F3-3372-72F3-A24D959C2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C5617-38D1-1C43-6C43-F6BA9B2C7205}"/>
              </a:ext>
            </a:extLst>
          </p:cNvPr>
          <p:cNvSpPr txBox="1"/>
          <p:nvPr/>
        </p:nvSpPr>
        <p:spPr>
          <a:xfrm>
            <a:off x="2184091" y="6379538"/>
            <a:ext cx="6621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dirty="0"/>
              <a:t>Source: </a:t>
            </a:r>
            <a:r>
              <a:rPr lang="en-US" dirty="0"/>
              <a:t>CC Solutions</a:t>
            </a:r>
            <a:r>
              <a:rPr dirty="0"/>
              <a:t>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3FD7-4EB9-89DE-8495-72F3B5D40ECA}"/>
              </a:ext>
            </a:extLst>
          </p:cNvPr>
          <p:cNvSpPr txBox="1"/>
          <p:nvPr/>
        </p:nvSpPr>
        <p:spPr>
          <a:xfrm>
            <a:off x="152400" y="1135711"/>
            <a:ext cx="9144000" cy="3474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z="1400">
                <a:solidFill>
                  <a:srgbClr val="00B0F0"/>
                </a:solidFill>
                <a:latin typeface="Calibri"/>
              </a:rPr>
              <a:t>Grand Prairie</a:t>
            </a:r>
            <a:endParaRPr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5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1036</TotalTime>
  <Words>17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{{Campus}} CCMR YOY Growth 2024 to 2026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9</cp:revision>
  <dcterms:created xsi:type="dcterms:W3CDTF">2026-05-08T23:07:29Z</dcterms:created>
  <dcterms:modified xsi:type="dcterms:W3CDTF">2026-05-18T07:08:00Z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