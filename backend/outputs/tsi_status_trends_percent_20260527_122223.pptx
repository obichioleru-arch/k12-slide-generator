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22.2</c:v>
                </c:pt>
                <c:pt idx="1">
                  <c:v>23.6</c:v>
                </c:pt>
                <c:pt idx="2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33.2</c:v>
                </c:pt>
                <c:pt idx="1">
                  <c:v>62.5</c:v>
                </c:pt>
                <c:pt idx="2">
                  <c:v>79.3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</c:v>
                </c:pt>
                <c:pt idx="1">
                  <c:v>43.4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237255" y="954653"/>
            <a:ext cx="9601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400" b="0">
                <a:solidFill>
                  <a:srgbClr val="00B0F0"/>
                </a:solidFill>
                <a:latin typeface="Calibri"/>
              </a:rPr>
              <a:t>Aldine ISD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