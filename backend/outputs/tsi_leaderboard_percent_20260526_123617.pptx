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9943452626426857E-2"/>
          <c:y val="3.0480594094488531E-2"/>
          <c:w val="0.9487808679832459"/>
          <c:h val="0.81693054090072448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TSI Assessment Rate (%)</c:v>
                </c:pt>
              </c:strCache>
            </c:strRef>
          </c:tx>
          <c:spPr>
            <a:solidFill>
              <a:srgbClr val="00329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1000" b="1"/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DeSoto ISD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00.0"/>
          <c:min val="0.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10.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5/17/2026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5/17/2026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80E89-520D-6484-9E23-692CF454B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A3B2C33-2BFD-E3BB-80A2-B45A1671CC1D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143999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AD3372-2A89-E5F2-FDAC-B245605C5A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EB4D71F-B911-49EA-A157-747B26C1E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7124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College Readiness Comparison: Texas Success Initiative (TSI)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53838B90-0EC6-33F7-E50B-FDF42EA813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9369471"/>
              </p:ext>
            </p:extLst>
          </p:nvPr>
        </p:nvGraphicFramePr>
        <p:xfrm>
          <a:off x="2651760" y="18288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E3B2F82F-10F3-3372-72F3-A24D959C29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8DC5617-38D1-1C43-6C43-F6BA9B2C7205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793FD7-4EB9-89DE-8495-72F3B5D40ECA}"/>
              </a:ext>
            </a:extLst>
          </p:cNvPr>
          <p:cNvSpPr txBox="1"/>
          <p:nvPr/>
        </p:nvSpPr>
        <p:spPr>
          <a:xfrm>
            <a:off x="155448" y="45720"/>
            <a:ext cx="4572000" cy="320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 sz="1100">
                <a:solidFill>
                  <a:srgbClr val="00B0F0"/>
                </a:solidFill>
                <a:latin typeface="Aptos"/>
              </a:rPr>
              <a:t>Corpus Christi</a:t>
            </a:r>
            <a:endParaRPr b="1" dirty="0">
              <a:solidFill>
                <a:srgbClr val="00B0F0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230C6B2-F202-A7F2-F2DF-A203724A4342}"/>
              </a:ext>
            </a:extLst>
          </p:cNvPr>
          <p:cNvSpPr txBox="1"/>
          <p:nvPr/>
        </p:nvSpPr>
        <p:spPr>
          <a:xfrm>
            <a:off x="152400" y="1094856"/>
            <a:ext cx="11049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/>
              <a:t>{{month}} {{year}} College Readiness Testing (TSI Assessment Only): Comparison by Independent School District</a:t>
            </a:r>
            <a:endParaRPr sz="1100" b="1" dirty="0"/>
          </a:p>
        </p:txBody>
      </p:sp>
    </p:spTree>
    <p:extLst>
      <p:ext uri="{BB962C8B-B14F-4D97-AF65-F5344CB8AC3E}">
        <p14:creationId xmlns:p14="http://schemas.microsoft.com/office/powerpoint/2010/main" val="1198056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1021</TotalTime>
  <Words>42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College Readiness Comparison: Texas Success Initiative (TSI)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7</cp:revision>
  <dcterms:created xsi:type="dcterms:W3CDTF">2026-05-08T23:07:29Z</dcterms:created>
  <dcterms:modified xsi:type="dcterms:W3CDTF">2026-05-17T20:52:38Z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