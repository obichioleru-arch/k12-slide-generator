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Assessment Rate (%)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Avalos P-TECH School</c:v>
                </c:pt>
                <c:pt idx="1">
                  <c:v>Blanson CTE HS</c:v>
                </c:pt>
                <c:pt idx="2">
                  <c:v>Victory Early College HS</c:v>
                </c:pt>
                <c:pt idx="3">
                  <c:v>Davis HS</c:v>
                </c:pt>
                <c:pt idx="4">
                  <c:v>Carver 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62.9</c:v>
                </c:pt>
                <c:pt idx="1">
                  <c:v>56.2</c:v>
                </c:pt>
                <c:pt idx="2">
                  <c:v>47.2</c:v>
                </c:pt>
                <c:pt idx="3">
                  <c:v>23.9</c:v>
                </c:pt>
                <c:pt idx="4">
                  <c:v>22.8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College Readiness Comparison: Texas Success Initiative (TSI)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69471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43092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Aldine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0C6B2-F202-A7F2-F2DF-A203724A4342}"/>
              </a:ext>
            </a:extLst>
          </p:cNvPr>
          <p:cNvSpPr txBox="1"/>
          <p:nvPr/>
        </p:nvSpPr>
        <p:spPr>
          <a:xfrm>
            <a:off x="152400" y="1094856"/>
            <a:ext cx="1104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{{month}} {{year}} College Readiness Testing (TSI Assessment Only): Comparison by Independent School District</a:t>
            </a:r>
            <a:endParaRPr sz="1100" b="1" dirty="0"/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42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College Readiness Comparison: Texas Success Initiative (TSI)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7</cp:revision>
  <dcterms:created xsi:type="dcterms:W3CDTF">2026-05-08T23:07:29Z</dcterms:created>
  <dcterms:modified xsi:type="dcterms:W3CDTF">2026-05-17T20:52:38Z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