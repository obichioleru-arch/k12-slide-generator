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62.8</c:v>
                </c:pt>
                <c:pt idx="1">
                  <c:v>4.8</c:v>
                </c:pt>
                <c:pt idx="2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74.6</c:v>
                </c:pt>
                <c:pt idx="1">
                  <c:v>10.6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333CC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81.3</c:v>
                </c:pt>
                <c:pt idx="1">
                  <c:v>17.9</c:v>
                </c:pt>
                <c:pt idx="2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502920"/>
            <a:ext cx="10515600" cy="822960"/>
          </a:xfrm>
        </p:spPr>
        <p:txBody>
          <a:bodyPr vert="horz" rIns="91425"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t>South Grand Prairie High School CCMR YOY Growth 2024 to 2026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2148840" y="17830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411480" y="109728"/>
            <a:ext cx="3657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 b="0">
                <a:latin typeface="Aptos"/>
              </a:defRPr>
            </a:pPr>
            <a:r>
              <a:t>South Grand Prairie High School</a:t>
            </a: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