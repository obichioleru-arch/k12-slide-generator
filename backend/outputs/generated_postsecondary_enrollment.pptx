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556228724527107E-2"/>
          <c:y val="9.2286816935777366E-2"/>
          <c:w val="0.9487808679832459"/>
          <c:h val="0.8169305409007244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4-year college</c:v>
                </c:pt>
              </c:strCache>
            </c:strRef>
          </c:tx>
          <c:spPr>
            <a:solidFill>
              <a:srgbClr val="00547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35.1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2-year college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25.7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768-459B-BE9E-C43CFFF964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Enrolled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39.2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768-459B-BE9E-C43CFFF9644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Verified</c:v>
                </c:pt>
              </c:strCache>
            </c:strRef>
          </c:tx>
          <c:spPr>
            <a:solidFill>
              <a:srgbClr val="DA96D8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2025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0.0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768-459B-BE9E-C43CFFF964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ax val="120.0"/>
          <c:min val="0.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  <c:majorUnit val="20.0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0349880310438861"/>
          <c:y val="0"/>
          <c:w val="0.58101385028934471"/>
          <c:h val="5.67045961332191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325F1-C8A6-CEE5-FB81-AB480C43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ADED292-C652-2EE5-AD32-15405641A85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3B2C33-2BFD-E3BB-80A2-B45A1671CC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12F4B89-965F-AA98-CC54-E78680E2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199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Postsecondary Enrollment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F4E97A7-DC1B-1352-DDD1-2E0D0B4032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6472019"/>
              </p:ext>
            </p:extLst>
          </p:nvPr>
        </p:nvGraphicFramePr>
        <p:xfrm>
          <a:off x="2148840" y="1600200"/>
          <a:ext cx="7680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08F235C-2AAF-792A-1CE0-1B39C5321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9FD7DA-BC52-800D-7293-33D536116D62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2620F-7980-D76B-3D6B-25DF74A88234}"/>
              </a:ext>
            </a:extLst>
          </p:cNvPr>
          <p:cNvSpPr txBox="1"/>
          <p:nvPr/>
        </p:nvSpPr>
        <p:spPr>
          <a:xfrm>
            <a:off x="411480" y="109728"/>
            <a:ext cx="3657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200" b="0">
                <a:latin typeface="Aptos"/>
              </a:defRPr>
            </a:pPr>
            <a:r>
              <a:t>Creekview High School</a:t>
            </a:r>
          </a:p>
        </p:txBody>
      </p:sp>
    </p:spTree>
    <p:extLst>
      <p:ext uri="{BB962C8B-B14F-4D97-AF65-F5344CB8AC3E}">
        <p14:creationId xmlns:p14="http://schemas.microsoft.com/office/powerpoint/2010/main" val="33832987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</TotalTime>
  <Words>15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Postsecondary Enrollment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8</cp:revision>
  <dcterms:created xsi:type="dcterms:W3CDTF">2026-05-08T23:07:29Z</dcterms:created>
  <dcterms:modified xsi:type="dcterms:W3CDTF">2026-05-18T16:05:52Z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