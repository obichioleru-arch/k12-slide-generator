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89.2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89.2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4240-A2EE-0BCC96FE3C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2.7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ED43-C757-3202-9CC5-072988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AD3372-2A89-E5F2-FDAC-B245605C5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A3252-863B-C87A-317C-B29967B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Trends</a:t>
            </a:r>
            <a:br>
              <a:rPr dirty="0"/>
            </a:b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C4226C-2BDB-B656-F1C1-97673010D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27030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D63D3F6-B7B8-105D-FDB5-A796F9639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902AC-A746-A4A0-E5F5-FFF2DBFD8CDA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9EE7-F12A-E4E3-7315-C3383084E99F}"/>
              </a:ext>
            </a:extLst>
          </p:cNvPr>
          <p:cNvSpPr txBox="1"/>
          <p:nvPr/>
        </p:nvSpPr>
        <p:spPr>
          <a:xfrm>
            <a:off x="457199" y="533400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Collegiate Academy &amp; High School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FB807-634F-9F26-15CA-9C689C419E78}"/>
              </a:ext>
            </a:extLst>
          </p:cNvPr>
          <p:cNvSpPr txBox="1"/>
          <p:nvPr/>
        </p:nvSpPr>
        <p:spPr>
          <a:xfrm>
            <a:off x="2438400" y="5117753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26D80-A8AF-3677-25E4-521FBC1E1513}"/>
              </a:ext>
            </a:extLst>
          </p:cNvPr>
          <p:cNvSpPr txBox="1"/>
          <p:nvPr/>
        </p:nvSpPr>
        <p:spPr>
          <a:xfrm>
            <a:off x="5676899" y="510540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BD1FB3-8BBE-D070-3E6F-1D7A53C24D4E}"/>
              </a:ext>
            </a:extLst>
          </p:cNvPr>
          <p:cNvSpPr txBox="1"/>
          <p:nvPr/>
        </p:nvSpPr>
        <p:spPr>
          <a:xfrm>
            <a:off x="4114799" y="510540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12CC7-F693-38F3-C6ED-18ACA9AB9E76}"/>
              </a:ext>
            </a:extLst>
          </p:cNvPr>
          <p:cNvSpPr txBox="1"/>
          <p:nvPr/>
        </p:nvSpPr>
        <p:spPr>
          <a:xfrm>
            <a:off x="8915398" y="5100145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63CA1-1D68-AE96-EE7B-CA1FE64C2107}"/>
              </a:ext>
            </a:extLst>
          </p:cNvPr>
          <p:cNvSpPr txBox="1"/>
          <p:nvPr/>
        </p:nvSpPr>
        <p:spPr>
          <a:xfrm>
            <a:off x="7391399" y="510540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C5EA56-3D33-88B3-D8F3-ECF031E968F7}"/>
              </a:ext>
            </a:extLst>
          </p:cNvPr>
          <p:cNvSpPr txBox="1"/>
          <p:nvPr/>
        </p:nvSpPr>
        <p:spPr>
          <a:xfrm>
            <a:off x="2438400" y="4508993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89.2%</a:t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8DD776-1DAD-0D1A-0909-01301C01691A}"/>
              </a:ext>
            </a:extLst>
          </p:cNvPr>
          <p:cNvSpPr txBox="1"/>
          <p:nvPr/>
        </p:nvSpPr>
        <p:spPr>
          <a:xfrm>
            <a:off x="3897627" y="468743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82</a:t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0D6929-B0C6-597D-1000-637EFF061139}"/>
              </a:ext>
            </a:extLst>
          </p:cNvPr>
          <p:cNvSpPr txBox="1"/>
          <p:nvPr/>
        </p:nvSpPr>
        <p:spPr>
          <a:xfrm>
            <a:off x="5495055" y="4353241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FA202D-0285-FFC6-5050-FBA471CB2FE3}"/>
              </a:ext>
            </a:extLst>
          </p:cNvPr>
          <p:cNvSpPr txBox="1"/>
          <p:nvPr/>
        </p:nvSpPr>
        <p:spPr>
          <a:xfrm>
            <a:off x="7145719" y="441024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16EBDA-5E26-A255-C077-FC5F29F1EE6C}"/>
              </a:ext>
            </a:extLst>
          </p:cNvPr>
          <p:cNvSpPr txBox="1"/>
          <p:nvPr/>
        </p:nvSpPr>
        <p:spPr>
          <a:xfrm>
            <a:off x="8684343" y="4133241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DFED20-1F1D-6048-D0EF-49A41F233F0D}"/>
              </a:ext>
            </a:extLst>
          </p:cNvPr>
          <p:cNvSpPr txBox="1"/>
          <p:nvPr/>
        </p:nvSpPr>
        <p:spPr>
          <a:xfrm>
            <a:off x="2667000" y="3786407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89.2%</a:t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D5CA76-8AE2-41BF-9E3B-CBE98B81C010}"/>
              </a:ext>
            </a:extLst>
          </p:cNvPr>
          <p:cNvSpPr txBox="1"/>
          <p:nvPr/>
        </p:nvSpPr>
        <p:spPr>
          <a:xfrm>
            <a:off x="4236719" y="3781507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82</a:t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F70371-9D19-5D2D-C2D4-4F54A9595A22}"/>
              </a:ext>
            </a:extLst>
          </p:cNvPr>
          <p:cNvSpPr txBox="1"/>
          <p:nvPr/>
        </p:nvSpPr>
        <p:spPr>
          <a:xfrm>
            <a:off x="5806438" y="3787882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4DB42-1E9A-0224-B2D8-01C69E209151}"/>
              </a:ext>
            </a:extLst>
          </p:cNvPr>
          <p:cNvSpPr txBox="1"/>
          <p:nvPr/>
        </p:nvSpPr>
        <p:spPr>
          <a:xfrm>
            <a:off x="7400056" y="340540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C99112-BC1C-ECA1-642B-AC97777A3141}"/>
              </a:ext>
            </a:extLst>
          </p:cNvPr>
          <p:cNvSpPr txBox="1"/>
          <p:nvPr/>
        </p:nvSpPr>
        <p:spPr>
          <a:xfrm>
            <a:off x="8991600" y="2978525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5FBC5D-F757-6B4D-56EF-D6B45F5E9E8C}"/>
              </a:ext>
            </a:extLst>
          </p:cNvPr>
          <p:cNvSpPr txBox="1"/>
          <p:nvPr/>
        </p:nvSpPr>
        <p:spPr>
          <a:xfrm>
            <a:off x="2526815" y="3223298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2.7%</a:t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FDBD4C-752E-29F6-7101-9904B481DF25}"/>
              </a:ext>
            </a:extLst>
          </p:cNvPr>
          <p:cNvSpPr txBox="1"/>
          <p:nvPr/>
        </p:nvSpPr>
        <p:spPr>
          <a:xfrm>
            <a:off x="4081461" y="2868182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>4</a:t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1726DC-5A6C-54AC-AECF-5D43FF69B209}"/>
              </a:ext>
            </a:extLst>
          </p:cNvPr>
          <p:cNvSpPr txBox="1"/>
          <p:nvPr/>
        </p:nvSpPr>
        <p:spPr>
          <a:xfrm>
            <a:off x="5638800" y="3224846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95246C-6941-F2CA-3F83-18B1F097DD21}"/>
              </a:ext>
            </a:extLst>
          </p:cNvPr>
          <p:cNvSpPr txBox="1"/>
          <p:nvPr/>
        </p:nvSpPr>
        <p:spPr>
          <a:xfrm>
            <a:off x="7239000" y="2320637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B1252A-1A35-A57B-79ED-82E8D2777912}"/>
              </a:ext>
            </a:extLst>
          </p:cNvPr>
          <p:cNvSpPr txBox="1"/>
          <p:nvPr/>
        </p:nvSpPr>
        <p:spPr>
          <a:xfrm>
            <a:off x="8910636" y="228862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  <a:r>
              <a:rPr lang="en-US" sz="1200" dirty="0"/>
              <a:t/>
            </a:r>
            <a:r>
              <a:rPr sz="120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22958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157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Trends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4</cp:revision>
  <dcterms:created xsi:type="dcterms:W3CDTF">2026-05-08T23:07:29Z</dcterms:created>
  <dcterms:modified xsi:type="dcterms:W3CDTF">2026-05-09T16:13:41Z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