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12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17.4</c:v>
                </c:pt>
                <c:pt idx="1">
                  <c:v>17.3</c:v>
                </c:pt>
                <c:pt idx="2">
                  <c:v>26.1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TSI Met by CP/Assessment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62.8</c:v>
                </c:pt>
                <c:pt idx="1">
                  <c:v>74.6</c:v>
                </c:pt>
                <c:pt idx="2">
                  <c:v>81.3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4A-4240-A2EE-0BCC96FE3C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TSI Not Met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49</c:v>
                </c:pt>
                <c:pt idx="1">
                  <c:v>55.1</c:v>
                </c:pt>
                <c:pt idx="2">
                  <c:v>41.3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ED43-C757-3202-9CC5-072988D2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6AD3372-2A89-E5F2-FDAC-B245605C5A5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89A3252-863B-C87A-317C-B29967B3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55" y="308474"/>
            <a:ext cx="10515600" cy="591315"/>
          </a:xfrm>
        </p:spPr>
        <p:txBody>
          <a:bodyPr vert="horz" rIns="91425">
            <a:normAutofit fontScale="90000"/>
          </a:bodyPr>
          <a:lstStyle/>
          <a:p>
            <a:r>
              <a:rPr dirty="0"/>
              <a:t>TSI Status Trends</a:t>
            </a:r>
            <a:br>
              <a:rPr dirty="0"/>
            </a:br>
            <a:endParaRPr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2C4226C-2BDB-B656-F1C1-97673010D8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6270309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D63D3F6-B7B8-105D-FDB5-A796F9639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E902AC-A746-A4A0-E5F5-FFF2DBFD8CDA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A9EE7-F12A-E4E3-7315-C3383084E99F}"/>
              </a:ext>
            </a:extLst>
          </p:cNvPr>
          <p:cNvSpPr txBox="1"/>
          <p:nvPr/>
        </p:nvSpPr>
        <p:spPr>
          <a:xfrm>
            <a:off x="237255" y="945509"/>
            <a:ext cx="91440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dirty="0" sz="1300" b="0">
                <a:solidFill>
                  <a:srgbClr val="00B0F0"/>
                </a:solidFill>
                <a:latin typeface="Calibri"/>
              </a:rPr>
              <a:t>Grand Prairie ISD</a:t>
            </a:r>
            <a:endParaRPr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9580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</TotalTime>
  <Words>157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TSI Status Trends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4</cp:revision>
  <dcterms:created xsi:type="dcterms:W3CDTF">2026-05-08T23:07:29Z</dcterms:created>
  <dcterms:modified xsi:type="dcterms:W3CDTF">2026-05-09T16:13:41Z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