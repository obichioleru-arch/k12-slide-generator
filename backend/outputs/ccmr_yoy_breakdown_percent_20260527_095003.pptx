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69.2</c:v>
                </c:pt>
                <c:pt idx="1">
                  <c:v>0</c:v>
                </c:pt>
                <c:pt idx="2">
                  <c:v>82.1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47.1</c:v>
                </c:pt>
                <c:pt idx="1">
                  <c:v>1.4</c:v>
                </c:pt>
                <c:pt idx="2">
                  <c:v>57.1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77-4CB8-854D-4759A63356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74.1</c:v>
                </c:pt>
                <c:pt idx="1">
                  <c:v>5.6</c:v>
                </c:pt>
                <c:pt idx="2">
                  <c:v>90.7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77-4CB8-854D-4759A6335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Barack Obama Male Leadership Academy at A. Maceo Smith CCMR YOY Growth 2024 to 2026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682457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Source: </a:t>
            </a:r>
            <a:r>
              <a:rPr lang="en-US" dirty="0"/>
              <a:t>CC Solutions</a:t>
            </a:r>
            <a:r>
              <a:rPr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1108279"/>
            <a:ext cx="91440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b="0" dirty="0" sz="1300">
                <a:solidFill>
                  <a:srgbClr val="00B0F0"/>
                </a:solidFill>
                <a:latin typeface="Calibri"/>
              </a:rPr>
              <a:t>Dallas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{{Campus}} CCMR YOY Growth 2024 to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9</cp:revision>
  <dcterms:created xsi:type="dcterms:W3CDTF">2026-05-08T23:07:29Z</dcterms:created>
  <dcterms:modified xsi:type="dcterms:W3CDTF">2026-05-18T07:08:00Z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