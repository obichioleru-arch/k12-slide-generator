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56228724527107E-2"/>
          <c:y val="9.2286816935777366E-2"/>
          <c:w val="0.9487808679832459"/>
          <c:h val="0.816930540900724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College</c:v>
                </c:pt>
              </c:strCache>
            </c:strRef>
          </c:tx>
          <c:spPr>
            <a:solidFill>
              <a:srgbClr val="0054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Cedar Hill High School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2-Year College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Cedar Hill High School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68-459B-BE9E-C43CFFF96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Enrolled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Cedar Hill High School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768-459B-BE9E-C43CFFF964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Verified</c:v>
                </c:pt>
              </c:strCache>
            </c:strRef>
          </c:tx>
          <c:spPr>
            <a:solidFill>
              <a:srgbClr val="DA96D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Cedar Hill High School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68-459B-BE9E-C43CFFF96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2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20.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349880310438861"/>
          <c:y val="0"/>
          <c:w val="0.58101385028934471"/>
          <c:h val="5.6704596133219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25F1-C8A6-CEE5-FB81-AB480C4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DED292-C652-2EE5-AD32-15405641A8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3B2C33-2BFD-E3BB-80A2-B45A1671C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2F4B89-965F-AA98-CC54-E78680E2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199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Postsecondary Enrollment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4E97A7-DC1B-1352-DDD1-2E0D0B403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47201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08F235C-2AAF-792A-1CE0-1B39C5321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FD7DA-BC52-800D-7293-33D536116D62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2620F-7980-D76B-3D6B-25DF74A88234}"/>
              </a:ext>
            </a:extLst>
          </p:cNvPr>
          <p:cNvSpPr txBox="1"/>
          <p:nvPr/>
        </p:nvSpPr>
        <p:spPr>
          <a:xfrm>
            <a:off x="25399" y="516854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300">
                <a:solidFill>
                  <a:srgbClr val="00B0F0"/>
                </a:solidFill>
                <a:latin typeface="Calibri"/>
              </a:rPr>
              <a:t>Cedar Hill High School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Postsecondary Enrollment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8</cp:revision>
  <dcterms:created xsi:type="dcterms:W3CDTF">2026-05-08T23:07:29Z</dcterms:created>
  <dcterms:modified xsi:type="dcterms:W3CDTF">2026-05-18T16:05:52Z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