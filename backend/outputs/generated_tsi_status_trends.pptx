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374</c:v>
                </c:pt>
                <c:pt idx="1">
                  <c:v>380</c:v>
                </c:pt>
                <c:pt idx="2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1354</c:v>
                </c:pt>
                <c:pt idx="1">
                  <c:v>1635</c:v>
                </c:pt>
                <c:pt idx="2">
                  <c:v>1830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1057</c:v>
                </c:pt>
                <c:pt idx="1">
                  <c:v>1207</c:v>
                </c:pt>
                <c:pt idx="2">
                  <c:v>929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457199" y="533400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South Grand Prairie High School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12CC7-F693-38F3-C6ED-18ACA9AB9E76}"/>
              </a:ext>
            </a:extLst>
          </p:cNvPr>
          <p:cNvSpPr txBox="1"/>
          <p:nvPr/>
        </p:nvSpPr>
        <p:spPr>
          <a:xfrm>
            <a:off x="8915398" y="5100145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63CA1-1D68-AE96-EE7B-CA1FE64C2107}"/>
              </a:ext>
            </a:extLst>
          </p:cNvPr>
          <p:cNvSpPr txBox="1"/>
          <p:nvPr/>
        </p:nvSpPr>
        <p:spPr>
          <a:xfrm>
            <a:off x="7391399" y="51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FA202D-0285-FFC6-5050-FBA471CB2FE3}"/>
              </a:ext>
            </a:extLst>
          </p:cNvPr>
          <p:cNvSpPr txBox="1"/>
          <p:nvPr/>
        </p:nvSpPr>
        <p:spPr>
          <a:xfrm>
            <a:off x="7145719" y="441024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6EBDA-5E26-A255-C077-FC5F29F1EE6C}"/>
              </a:ext>
            </a:extLst>
          </p:cNvPr>
          <p:cNvSpPr txBox="1"/>
          <p:nvPr/>
        </p:nvSpPr>
        <p:spPr>
          <a:xfrm>
            <a:off x="8684343" y="413324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4DB42-1E9A-0224-B2D8-01C69E209151}"/>
              </a:ext>
            </a:extLst>
          </p:cNvPr>
          <p:cNvSpPr txBox="1"/>
          <p:nvPr/>
        </p:nvSpPr>
        <p:spPr>
          <a:xfrm>
            <a:off x="7400056" y="340540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C99112-BC1C-ECA1-642B-AC97777A3141}"/>
              </a:ext>
            </a:extLst>
          </p:cNvPr>
          <p:cNvSpPr txBox="1"/>
          <p:nvPr/>
        </p:nvSpPr>
        <p:spPr>
          <a:xfrm>
            <a:off x="8991600" y="2978525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95246C-6941-F2CA-3F83-18B1F097DD21}"/>
              </a:ext>
            </a:extLst>
          </p:cNvPr>
          <p:cNvSpPr txBox="1"/>
          <p:nvPr/>
        </p:nvSpPr>
        <p:spPr>
          <a:xfrm>
            <a:off x="7239000" y="2320637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B1252A-1A35-A57B-79ED-82E8D2777912}"/>
              </a:ext>
            </a:extLst>
          </p:cNvPr>
          <p:cNvSpPr txBox="1"/>
          <p:nvPr/>
        </p:nvSpPr>
        <p:spPr>
          <a:xfrm>
            <a:off x="8910636" y="228862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