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62.8</c:v>
                </c:pt>
                <c:pt idx="1">
                  <c:v>4.8</c:v>
                </c:pt>
                <c:pt idx="2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74.6</c:v>
                </c:pt>
                <c:pt idx="1">
                  <c:v>10.6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81.3</c:v>
                </c:pt>
                <c:pt idx="1">
                  <c:v>17.9</c:v>
                </c:pt>
                <c:pt idx="2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South Grand Prairie High School CCMR YOY Growth 2024 to 2026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2148840" y="17830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5448" y="45720"/>
            <a:ext cx="45720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00B0F0"/>
                </a:solidFill>
                <a:latin typeface="Aptos"/>
              </a:rPr>
              <a:t>Grand Prairie ISD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