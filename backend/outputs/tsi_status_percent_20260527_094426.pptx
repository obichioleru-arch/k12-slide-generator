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56589566929134"/>
          <c:y val="9.7804681483471864E-2"/>
          <c:w val="0.8587239173228346"/>
          <c:h val="0.7707880923481734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Crosswinds Accel. HS</c:v>
                </c:pt>
                <c:pt idx="1">
                  <c:v>Grand Prairie HS</c:v>
                </c:pt>
                <c:pt idx="2">
                  <c:v>South Grand Prairie HS</c:v>
                </c:pt>
                <c:pt idx="3">
                  <c:v>John A Dubiski Career HS</c:v>
                </c:pt>
                <c:pt idx="4">
                  <c:v>YWLA at Bill Arnold</c:v>
                </c:pt>
                <c:pt idx="5">
                  <c:v>Grand Prairie FAA</c:v>
                </c:pt>
                <c:pt idx="6">
                  <c:v>Grand Prairie CI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</c:v>
                </c:pt>
                <c:pt idx="1">
                  <c:v>13.4</c:v>
                </c:pt>
                <c:pt idx="2">
                  <c:v>42.9</c:v>
                </c:pt>
                <c:pt idx="3">
                  <c:v>36.3</c:v>
                </c:pt>
                <c:pt idx="4">
                  <c:v>31.6</c:v>
                </c:pt>
                <c:pt idx="5">
                  <c:v>69.3</c:v>
                </c:pt>
                <c:pt idx="6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29-40C2-B370-E16B86774A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Crosswinds Accel. HS</c:v>
                </c:pt>
                <c:pt idx="1">
                  <c:v>Grand Prairie HS</c:v>
                </c:pt>
                <c:pt idx="2">
                  <c:v>South Grand Prairie HS</c:v>
                </c:pt>
                <c:pt idx="3">
                  <c:v>John A Dubiski Career HS</c:v>
                </c:pt>
                <c:pt idx="4">
                  <c:v>YWLA at Bill Arnold</c:v>
                </c:pt>
                <c:pt idx="5">
                  <c:v>Grand Prairie FAA</c:v>
                </c:pt>
                <c:pt idx="6">
                  <c:v>Grand Prairie CI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103.3</c:v>
                </c:pt>
                <c:pt idx="1">
                  <c:v>72.7</c:v>
                </c:pt>
                <c:pt idx="2">
                  <c:v>86.8</c:v>
                </c:pt>
                <c:pt idx="3">
                  <c:v>86.2</c:v>
                </c:pt>
                <c:pt idx="4">
                  <c:v>31.6</c:v>
                </c:pt>
                <c:pt idx="5">
                  <c:v>81.8</c:v>
                </c:pt>
                <c:pt idx="6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29-40C2-B370-E16B86774A7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Crosswinds Accel. HS</c:v>
                </c:pt>
                <c:pt idx="1">
                  <c:v>Grand Prairie HS</c:v>
                </c:pt>
                <c:pt idx="2">
                  <c:v>South Grand Prairie HS</c:v>
                </c:pt>
                <c:pt idx="3">
                  <c:v>John A Dubiski Career HS</c:v>
                </c:pt>
                <c:pt idx="4">
                  <c:v>YWLA at Bill Arnold</c:v>
                </c:pt>
                <c:pt idx="5">
                  <c:v>Grand Prairie FAA</c:v>
                </c:pt>
                <c:pt idx="6">
                  <c:v>Grand Prairie CI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91.4</c:v>
                </c:pt>
                <c:pt idx="1">
                  <c:v>45.7</c:v>
                </c:pt>
                <c:pt idx="2">
                  <c:v>27.6</c:v>
                </c:pt>
                <c:pt idx="3">
                  <c:v>26.3</c:v>
                </c:pt>
                <c:pt idx="4">
                  <c:v>26.3</c:v>
                </c:pt>
                <c:pt idx="5">
                  <c:v>3.4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F29-40C2-B370-E16B86774A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28401471"/>
        <c:axId val="1328393791"/>
      </c:barChart>
      <c:catAx>
        <c:axId val="1328401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1328393791"/>
        <c:crosses val="autoZero"/>
        <c:auto val="1"/>
        <c:lblAlgn val="ctr"/>
        <c:lblOffset val="100"/>
        <c:noMultiLvlLbl val="0"/>
      </c:catAx>
      <c:valAx>
        <c:axId val="132839379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28401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FEE60-E26D-4238-9537-B0636F7D47F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BEBEB-E76E-4D61-A207-0739E06B2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3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1541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F9C-32E1-DDAA-78DC-6C676A0FF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FA54C-DE19-2C01-417F-8E61511E7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D7C61-FC48-8F34-4B04-72A13EB4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D53C4-7031-1739-341A-3B95D97B6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B743-F1CD-2E50-B6F4-37A6E74A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6BB7A-A29B-DB12-9995-6171B3424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9DB3-3F23-4EE3-2743-07BF61BE8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C19CF-FD24-D810-0B58-4B9B2B641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C1E54-71A9-6488-113C-CB2EA7E7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D19C0-A109-3FD7-5360-98576F69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31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E5025-D2EA-81D3-4A68-18EEB2BF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0B9DA-3D33-6A1D-669E-F0F612356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84F65-1138-DC73-A096-FD9CD4136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D4E2F-A83D-097F-3AAD-FA430025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EE98F-38AB-BD5E-D36C-385AB40D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7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1987-30C6-79DE-927A-DC8126D65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FF44F-E301-D05A-B6BF-AD4FE455E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A8A7D-F092-2617-CE30-1C13798F0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B726A-A371-E007-8426-AFD5FEB0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59AC1-2F8A-7ABC-0577-441AD6E15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E1543-2321-8794-C69A-088CBEF2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1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CE64D-579A-CAB0-6B35-3914582DF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573CD-184A-967A-B322-9538A7E11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FB45F-C33A-451F-9DD4-507F57310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B4C5D-6CEA-CB4B-7241-46DC60FE6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1E8B5-9894-099A-24AC-2E77D89B6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CB34F1-AB60-7513-1833-07ABA5BC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DBEF9-173E-4799-1E9E-593F94CD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DDB8F-EE2C-537E-68D7-0D5C21F9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70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ADBFA-46F3-BF04-3E3B-7417998CE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2952A5-EF0A-38CE-CBB0-B4C68F84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FB291-5B71-AE1A-B954-C20907CC1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0AEFF-EB6D-3EEA-77E6-C695CCB6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8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1F02C6-C84F-69CE-36B2-2608C151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5F212-4E96-598A-9150-DC79097D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555B3-EE9C-0D04-72DA-3569FB53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8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F2A4E-6231-A7AF-9CCD-9F00C15C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488ED-7B58-DFA9-A213-BA36AD773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0A109-D90D-D6ED-6D4B-99CD0B2D0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C7127-C300-AC0D-2D00-E79B630D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18DDE-0AEB-ED6C-385F-3A731AD65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EEEA0-BFBE-04EF-40CE-E4728E4D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072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820B-7576-5807-F09D-4EF144DA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D800C1-0BCD-7124-D813-B9A11484F7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F0AD8-7420-3534-0EB0-E2B99626A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F33A5-CCC2-EED0-217A-755BE500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4E2D9-0AF6-3537-2CAD-7CE067C0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68E3-8CCC-3E07-0C2B-A03BAF45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B303-FEA1-99F6-313D-E29C92664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90AF7-EA76-C041-C741-0D3C260B4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C310C-5911-1DBC-3EC9-2382254E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BA943-A12E-268D-200D-B7A1BB8B0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2B30B-5E10-EF7C-19F2-04227967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33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E0784-4485-E89F-991C-A604EF07B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7FAD3-361F-C8C6-EBDB-E52254ADD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D0702-C931-6CD7-AEA1-371214D9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DBE9D-91ED-9D8D-093C-98924B6AC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A3008-D102-B304-8188-AE7FDADC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5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891F4-DD8A-BE69-9732-A1D9F7CD0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73EB-20A3-98C3-4818-E91DEF2ED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A8C2B-8D74-9B21-3B7B-76583A889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30F013-5759-4A17-87A7-3B37A194D847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0693C-229E-01DE-0E9E-05287B854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97541-54ED-B008-B846-FF859DFBC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02670-378D-46DE-BFD4-BA4E8D87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1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chart" Target="../charts/chart1.xml"/><Relationship Id="rId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AD050-A453-E213-F518-4BF16C5FC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D963C0C-3051-4388-407F-539DE478906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69" imgH="469" progId="TCLayout.ActiveDocument.1">
                  <p:embed/>
                </p:oleObj>
              </mc:Choice>
              <mc:Fallback>
                <p:oleObj name="think-cell Slide" r:id="rId4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963C0C-3051-4388-407F-539DE47890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A1250B18-E28B-788C-E777-2EF273671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307099"/>
              </p:ext>
            </p:extLst>
          </p:nvPr>
        </p:nvGraphicFramePr>
        <p:xfrm>
          <a:off x="4121807" y="691914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E9EADC9-EDC3-4F59-51B5-C605FA611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</a:t>
            </a:r>
            <a:br>
              <a:rPr dirty="0"/>
            </a:b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9DE216-40B3-FC10-A51F-80F872BBD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9D0B61-9C44-739C-D7AF-0ECF8A5E9F17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40680-BD76-A124-D017-30B09B90F863}"/>
              </a:ext>
            </a:extLst>
          </p:cNvPr>
          <p:cNvSpPr txBox="1"/>
          <p:nvPr/>
        </p:nvSpPr>
        <p:spPr>
          <a:xfrm>
            <a:off x="237255" y="945509"/>
            <a:ext cx="91440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n-US" dirty="0" sz="1300" b="0">
                <a:solidFill>
                  <a:srgbClr val="00B0F0"/>
                </a:solidFill>
                <a:latin typeface="Calibri"/>
              </a:rPr>
              <a:t>Grand Prairie ISD</a:t>
            </a:r>
            <a:endParaRPr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637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3</cp:revision>
  <dcterms:created xsi:type="dcterms:W3CDTF">2026-05-13T01:39:12Z</dcterms:created>
  <dcterms:modified xsi:type="dcterms:W3CDTF">2026-05-13T02:20:13Z</dcterms:modified>
</cp:coreProperties>
</file>