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5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0" r:id="rId4"/>
  </p:sldMasterIdLst>
  <p:notesMasterIdLst>
    <p:notesMasterId r:id="rId6"/>
  </p:notesMasterIdLst>
  <p:handoutMasterIdLst>
    <p:handoutMasterId r:id="rId7"/>
  </p:handoutMasterIdLst>
  <p:sldIdLst>
    <p:sldId id="26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CC"/>
    <a:srgbClr val="F5F1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30"/>
  </p:normalViewPr>
  <p:slideViewPr>
    <p:cSldViewPr showGuides="1">
      <p:cViewPr varScale="1">
        <p:scale>
          <a:sx n="91" d="100"/>
          <a:sy n="91" d="100"/>
        </p:scale>
        <p:origin x="333" y="5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90" d="100"/>
          <a:sy n="90" d="100"/>
        </p:scale>
        <p:origin x="2920" y="216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556228724527107E-2"/>
          <c:y val="9.2286816935777366E-2"/>
          <c:w val="0.9487808679832459"/>
          <c:h val="0.81693054090072448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4-Year College</c:v>
                </c:pt>
              </c:strCache>
            </c:strRef>
          </c:tx>
          <c:spPr>
            <a:solidFill>
              <a:srgbClr val="005472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24A-4240-A2EE-0BCC96FE3C97}"/>
              </c:ext>
            </c:extLst>
          </c:dPt>
          <c:dPt>
            <c:idx val="1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824A-4240-A2EE-0BCC96FE3C97}"/>
              </c:ext>
            </c:extLst>
          </c:dPt>
          <c:dPt>
            <c:idx val="2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24A-4240-A2EE-0BCC96FE3C97}"/>
              </c:ext>
            </c:extLst>
          </c:dPt>
          <c:dPt>
            <c:idx val="3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824A-4240-A2EE-0BCC96FE3C97}"/>
              </c:ext>
            </c:extLst>
          </c:dPt>
          <c:dPt>
            <c:idx val="4"/>
            <c:invertIfNegative val="0"/>
            <c:bubble3D val="0"/>
            <c:spPr>
              <a:solidFill>
                <a:srgbClr val="0000C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24A-4240-A2EE-0BCC96FE3C97}"/>
              </c:ext>
            </c:extLst>
          </c:dPt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Aldine</c:v>
                </c:pt>
                <c:pt idx="1">
                  <c:v>Cedar Hill ISD</c:v>
                </c:pt>
                <c:pt idx="2">
                  <c:v>Corpus Christi</c:v>
                </c:pt>
                <c:pt idx="3">
                  <c:v>Duncanville ISD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40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A-4240-A2EE-0BCC96FE3C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2-Year College</c:v>
                </c:pt>
              </c:strCache>
            </c:strRef>
          </c:tx>
          <c:spPr>
            <a:solidFill>
              <a:srgbClr val="00B0F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Aldine</c:v>
                </c:pt>
                <c:pt idx="1">
                  <c:v>Cedar Hill ISD</c:v>
                </c:pt>
                <c:pt idx="2">
                  <c:v>Corpus Christi</c:v>
                </c:pt>
                <c:pt idx="3">
                  <c:v>Duncanville ISD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</c:v>
                </c:pt>
                <c:pt idx="1">
                  <c:v>15</c:v>
                </c:pt>
                <c:pt idx="2">
                  <c:v>20</c:v>
                </c:pt>
                <c:pt idx="3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768-459B-BE9E-C43CFFF9644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Not Enrolled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Aldine</c:v>
                </c:pt>
                <c:pt idx="1">
                  <c:v>Cedar Hill ISD</c:v>
                </c:pt>
                <c:pt idx="2">
                  <c:v>Corpus Christi</c:v>
                </c:pt>
                <c:pt idx="3">
                  <c:v>Duncanville ISD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</c:v>
                </c:pt>
                <c:pt idx="1">
                  <c:v>10</c:v>
                </c:pt>
                <c:pt idx="2">
                  <c:v>32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768-459B-BE9E-C43CFFF9644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Not Verified</c:v>
                </c:pt>
              </c:strCache>
            </c:strRef>
          </c:tx>
          <c:spPr>
            <a:solidFill>
              <a:srgbClr val="DA96D8"/>
            </a:solidFill>
            <a:ln>
              <a:noFill/>
            </a:ln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sz="900" b="1">
                    <a:solidFill>
                      <a:srgbClr val="FFFFFF"/>
                    </a:solidFill>
                  </a:defRPr>
                </a:pPr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Aldine</c:v>
                </c:pt>
                <c:pt idx="1">
                  <c:v>Cedar Hill ISD</c:v>
                </c:pt>
                <c:pt idx="2">
                  <c:v>Corpus Christi</c:v>
                </c:pt>
                <c:pt idx="3">
                  <c:v>Duncanville ISD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20</c:v>
                </c:pt>
                <c:pt idx="1">
                  <c:v>50</c:v>
                </c:pt>
                <c:pt idx="2">
                  <c:v>28</c:v>
                </c:pt>
                <c:pt idx="3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768-459B-BE9E-C43CFFF9644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550892128"/>
        <c:axId val="1550892608"/>
      </c:barChart>
      <c:catAx>
        <c:axId val="1550892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608"/>
        <c:crosses val="autoZero"/>
        <c:auto val="1"/>
        <c:lblAlgn val="ctr"/>
        <c:lblOffset val="100"/>
        <c:noMultiLvlLbl val="0"/>
      </c:catAx>
      <c:valAx>
        <c:axId val="1550892608"/>
        <c:scaling>
          <c:orientation val="minMax"/>
          <c:max val="120.0"/>
          <c:min val="0.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50892128"/>
        <c:crosses val="autoZero"/>
        <c:crossBetween val="between"/>
        <c:majorUnit val="20.0"/>
      </c:val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0349880310438861"/>
          <c:y val="0"/>
          <c:w val="0.58101385028934471"/>
          <c:h val="5.67045961332191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5EA5E-FE69-B21C-5900-5548E5082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B16CCA-BD52-7721-1C3E-0C47EB2DD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F2091A-634E-4044-EF39-6C794AF1C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F14F3-EC68-4997-1DD2-6D62FBA58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E2F66-BA89-9A1F-A0FC-6575C7CDF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81620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76D66-F8F1-4A5F-744F-6E0074009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A61562-3CD4-6ABA-43BC-0BD5D1CDB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DB7C8-1202-7D1F-56AE-17BB994B2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55E10B-5C0F-DFD6-C2E0-D43739CF7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3777DA-9BD1-CF0B-8674-3C0FBE05A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4608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3F8B8-A71C-57FF-12AF-4E1B3A2E3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7E4CC2-0B64-4D21-0539-C4334FBD10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0165F-F886-5411-C961-7A4FC1A05C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26DE9-8539-DDDC-7772-9C6F0842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B67AB4-2A99-85A5-148F-5D730564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78495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91628-DE2D-73A3-EB46-F8894B734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0928-10D5-72F3-6D85-73FFAC2FEB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9CAE67-3871-5E43-E0E6-82C8DAD75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EBDEE4-34BC-8464-42CB-A499D8CC8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CEB7D5-F59F-6D8F-45D7-BAB525FC9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E2173-0F73-077E-74B1-F0A225AC5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00356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F2AD16-9950-2246-58A9-C570EBED1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CD3607-E15C-D875-EC7D-8F661E963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75881-75C0-0281-816E-E6D4DF22C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57FA5-08FD-D017-4C83-BF35E04FC7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795765-2854-8ED0-6E75-0F337D34A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74238-C958-EDCD-7BB7-D08315DA8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AAB96-105F-FBEA-8BE1-5DF79E18C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C9DCFAE-2098-F2D1-C2CB-E92BA0763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544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B4C93-020A-73F1-7D19-8D0D1A7A0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27A-87CE-2566-E85A-4E835DA72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10E58-05FF-45D0-D946-F138513F5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34B725-E80A-C2E9-3F49-5DC34C009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92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5157A2-2DF2-811F-CB63-FAEA86FB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031D66-5B1F-0227-FE69-3C68A79A0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EF0DB1-86DA-6593-EC20-A0BC2CC73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005380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BD6A4-DDEF-B354-028F-23E4C5DF6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6E1F0-8AB0-40C3-446A-7EC2422BF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94748-376B-0EDB-38BA-9237146C5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38272-B2A6-030E-BE67-4087F600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FC795A-8452-0D5E-D7B5-7D386D2D9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0A4006-E7E2-EA2A-26D9-77BDB242A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88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3F31-BF6C-A215-4DFC-F1AA30582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E6EF82-677C-E6CB-F1DC-17DF9B761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BFE606-BE5E-8ACA-D035-17350A8D4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3FBCA-E290-47C2-A507-2DDC9FC38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4F96A9-C435-9DEE-E67B-5D637DFA4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DE5B53-BF40-CB62-B5AB-58D1A408D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05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CE995-F421-6AE4-71B2-FB24ACBBC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1FFE08-DECF-45F7-D23D-BADC4814C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29EFE8-7A3D-87AD-E8C3-10AF215D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8FEC2-F1CF-5FCE-45ED-03BA70C72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FDD0DD-0CAE-B07A-F51F-63F2B6DFC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0073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759DE8-8043-5AFE-ACA7-EFB28D30E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E51B2-FF79-C0ED-FBF0-F2FCDB35DD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0F677F-2392-22EE-CB75-31D34B76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AFB22C-EFFB-E339-60F5-9555A6ECF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C0E76-C12F-276F-287B-B1AA49B3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41316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685800"/>
            <a:ext cx="10055354" cy="4007406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29A3647E-D38D-4EA6-ADC1-75AA53F898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27002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5F44E88-89D9-49CC-9E37-1AF77A031198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0459DEE-913E-5261-4E77-AF3657E3AE0B}"/>
              </a:ext>
            </a:extLst>
          </p:cNvPr>
          <p:cNvSpPr/>
          <p:nvPr/>
        </p:nvSpPr>
        <p:spPr>
          <a:xfrm>
            <a:off x="11250895" y="4648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2F9BC4F-9D44-3587-056B-336E1457A6E2}"/>
              </a:ext>
            </a:extLst>
          </p:cNvPr>
          <p:cNvSpPr/>
          <p:nvPr/>
        </p:nvSpPr>
        <p:spPr>
          <a:xfrm>
            <a:off x="685800" y="4998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09D5EC-E7EA-22BC-7C88-C33F509CB5CF}"/>
              </a:ext>
            </a:extLst>
          </p:cNvPr>
          <p:cNvSpPr/>
          <p:nvPr/>
        </p:nvSpPr>
        <p:spPr>
          <a:xfrm>
            <a:off x="10998565" y="4730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98E9758-F942-96A0-231D-A25933E4CA82}"/>
              </a:ext>
            </a:extLst>
          </p:cNvPr>
          <p:cNvSpPr/>
          <p:nvPr/>
        </p:nvSpPr>
        <p:spPr>
          <a:xfrm>
            <a:off x="10976145" y="4730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1502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2C6C0090-085A-1FB3-B3B7-D8DA73A12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172" y="4419600"/>
            <a:ext cx="10963657" cy="135224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76834447-947D-F9FA-98D1-8BF0FC477A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4172" y="5943600"/>
            <a:ext cx="10963657" cy="609600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2573ACD2-30C7-6922-D14F-66F23CBA377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12192000" cy="41148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3852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A813B312-A2CE-16E4-D28B-8DDFF5527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76746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4846D76D-B1D3-9330-420A-6ED740BDB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767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25">
            <a:extLst>
              <a:ext uri="{FF2B5EF4-FFF2-40B4-BE49-F238E27FC236}">
                <a16:creationId xmlns:a16="http://schemas.microsoft.com/office/drawing/2014/main" id="{982E949F-6B9B-8268-EB83-127C78D4350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76746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35138" y="6343955"/>
            <a:ext cx="145890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83DFFD80-41C6-4EAA-B049-EE90EA550127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D53745E-5DC2-F332-24A5-4F8F509E820B}"/>
              </a:ext>
            </a:extLst>
          </p:cNvPr>
          <p:cNvCxnSpPr/>
          <p:nvPr userDrawn="1"/>
        </p:nvCxnSpPr>
        <p:spPr>
          <a:xfrm>
            <a:off x="4479797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7020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4076" y="685801"/>
            <a:ext cx="4872227" cy="27432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552" y="5277548"/>
            <a:ext cx="4873752" cy="894639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74A0A082-71CB-3C57-3B74-102869C0CA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02552" y="6343955"/>
            <a:ext cx="21004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18883" y="6343955"/>
            <a:ext cx="147516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effectLst/>
              </a:defRPr>
            </a:lvl1pPr>
          </a:lstStyle>
          <a:p>
            <a:fld id="{44210B3C-79E3-495A-B2C3-EF766F409D04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373E34-3B51-EAD4-B8AB-256ACA4B8D8C}"/>
              </a:ext>
            </a:extLst>
          </p:cNvPr>
          <p:cNvCxnSpPr>
            <a:cxnSpLocks/>
          </p:cNvCxnSpPr>
          <p:nvPr userDrawn="1"/>
        </p:nvCxnSpPr>
        <p:spPr>
          <a:xfrm>
            <a:off x="6704076" y="4876800"/>
            <a:ext cx="487375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860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2BC951B-4746-1854-C399-682CFE142A50}"/>
              </a:ext>
            </a:extLst>
          </p:cNvPr>
          <p:cNvCxnSpPr/>
          <p:nvPr userDrawn="1"/>
        </p:nvCxnSpPr>
        <p:spPr>
          <a:xfrm>
            <a:off x="612646" y="4876800"/>
            <a:ext cx="70774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685799"/>
            <a:ext cx="7080507" cy="3200400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70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277549"/>
            <a:ext cx="7080507" cy="894646"/>
          </a:xfrm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6" y="6338703"/>
            <a:ext cx="2070484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887367" y="6338703"/>
            <a:ext cx="1392578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6235515-DA3D-4D9A-9B02-44E2CBD9110F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279945" y="6342301"/>
            <a:ext cx="429207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E193964F-665E-F49A-D553-C01524CDE0C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302749" y="0"/>
            <a:ext cx="3889251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963613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D384F42E-A74C-773B-7B96-F942975CEC14}"/>
              </a:ext>
            </a:extLst>
          </p:cNvPr>
          <p:cNvSpPr/>
          <p:nvPr/>
        </p:nvSpPr>
        <p:spPr>
          <a:xfrm>
            <a:off x="11250895" y="5144929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441727F-19A3-14E1-5EAC-C550CEB6A0D1}"/>
              </a:ext>
            </a:extLst>
          </p:cNvPr>
          <p:cNvSpPr/>
          <p:nvPr/>
        </p:nvSpPr>
        <p:spPr>
          <a:xfrm>
            <a:off x="685800" y="5495424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38F4BC9-7EC1-BB35-827A-12F5DE411031}"/>
              </a:ext>
            </a:extLst>
          </p:cNvPr>
          <p:cNvSpPr/>
          <p:nvPr/>
        </p:nvSpPr>
        <p:spPr>
          <a:xfrm>
            <a:off x="10998565" y="5227361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4B01422-D65E-4B59-B62B-467B2E896592}"/>
              </a:ext>
            </a:extLst>
          </p:cNvPr>
          <p:cNvSpPr/>
          <p:nvPr/>
        </p:nvSpPr>
        <p:spPr>
          <a:xfrm>
            <a:off x="10976145" y="5227366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600200"/>
            <a:ext cx="10483927" cy="3492875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9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5931314"/>
            <a:ext cx="10483927" cy="816864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2647" y="234111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21509" y="234111"/>
            <a:ext cx="2875064" cy="365125"/>
          </a:xfrm>
        </p:spPr>
        <p:txBody>
          <a:bodyPr>
            <a:noAutofit/>
          </a:bodyPr>
          <a:lstStyle/>
          <a:p>
            <a:fld id="{852BD0B2-E7A7-4B81-8BAF-4B92BD6A4310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234111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Line">
            <a:extLst>
              <a:ext uri="{FF2B5EF4-FFF2-40B4-BE49-F238E27FC236}">
                <a16:creationId xmlns:a16="http://schemas.microsoft.com/office/drawing/2014/main" id="{92FB147E-E273-E8B6-AD8E-67F305FC224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71802" y="4038600"/>
            <a:ext cx="10923934" cy="745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93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8BBA50F-B667-1177-26B1-7D22AB66A6BE}"/>
              </a:ext>
            </a:extLst>
          </p:cNvPr>
          <p:cNvSpPr/>
          <p:nvPr/>
        </p:nvSpPr>
        <p:spPr>
          <a:xfrm>
            <a:off x="11250895" y="464515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BCABC7F5-2293-EB7F-52E5-80715C8DB858}"/>
              </a:ext>
            </a:extLst>
          </p:cNvPr>
          <p:cNvSpPr/>
          <p:nvPr/>
        </p:nvSpPr>
        <p:spPr>
          <a:xfrm>
            <a:off x="685800" y="499564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A8C943-7CF3-88D6-95B0-95E7B412DE0F}"/>
              </a:ext>
            </a:extLst>
          </p:cNvPr>
          <p:cNvSpPr/>
          <p:nvPr/>
        </p:nvSpPr>
        <p:spPr>
          <a:xfrm>
            <a:off x="10998565" y="472758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FB0A8E7-2867-2D3A-F6B7-15ED02236CE8}"/>
              </a:ext>
            </a:extLst>
          </p:cNvPr>
          <p:cNvSpPr/>
          <p:nvPr/>
        </p:nvSpPr>
        <p:spPr>
          <a:xfrm>
            <a:off x="10976145" y="472758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8" y="5431536"/>
            <a:ext cx="9144001" cy="74519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dirty="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0E657DB-59AB-47CC-B4C7-A245A3C76BB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53A7BE5-EAB2-BB8C-D7FC-D78B8A5A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685798"/>
            <a:ext cx="10058400" cy="3355848"/>
          </a:xfrm>
        </p:spPr>
        <p:txBody>
          <a:bodyPr vert="horz" lIns="91440" tIns="45720" rIns="91440" bIns="45720" rtlCol="0" anchor="t">
            <a:noAutofit/>
          </a:bodyPr>
          <a:lstStyle>
            <a:lvl1pPr>
              <a:defRPr lang="en-US" sz="9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3934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FADE904-3C65-5E48-6B12-22998C2ADF5E}"/>
              </a:ext>
            </a:extLst>
          </p:cNvPr>
          <p:cNvSpPr/>
          <p:nvPr/>
        </p:nvSpPr>
        <p:spPr>
          <a:xfrm>
            <a:off x="11250895" y="217232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16963C8-87F3-6B42-F30F-1915935FA752}"/>
              </a:ext>
            </a:extLst>
          </p:cNvPr>
          <p:cNvSpPr/>
          <p:nvPr/>
        </p:nvSpPr>
        <p:spPr>
          <a:xfrm>
            <a:off x="685800" y="252281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0C119A-1D9E-D43F-8A7E-D24C1B551326}"/>
              </a:ext>
            </a:extLst>
          </p:cNvPr>
          <p:cNvSpPr/>
          <p:nvPr/>
        </p:nvSpPr>
        <p:spPr>
          <a:xfrm>
            <a:off x="10998565" y="225475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018CE4-7594-0746-8B7E-8DEC95CB8822}"/>
              </a:ext>
            </a:extLst>
          </p:cNvPr>
          <p:cNvSpPr/>
          <p:nvPr/>
        </p:nvSpPr>
        <p:spPr>
          <a:xfrm>
            <a:off x="10976145" y="225475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185" y="685800"/>
            <a:ext cx="9141415" cy="1532788"/>
          </a:xfrm>
        </p:spPr>
        <p:txBody>
          <a:bodyPr anchor="b">
            <a:noAutofit/>
          </a:bodyPr>
          <a:lstStyle>
            <a:lvl1pPr>
              <a:defRPr sz="72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185" y="2958705"/>
            <a:ext cx="9141415" cy="3213494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 marL="914400" indent="0"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96A40708-E793-490B-9201-425C8D1F32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324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85800"/>
            <a:ext cx="5480304" cy="1818050"/>
          </a:xfrm>
        </p:spPr>
        <p:txBody>
          <a:bodyPr anchor="t">
            <a:noAutofit/>
          </a:bodyPr>
          <a:lstStyle>
            <a:lvl1pPr>
              <a:defRPr sz="90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F861DB-D5EF-3FC9-7595-570C8498D7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77256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3189770"/>
            <a:ext cx="5480304" cy="2982429"/>
          </a:xfrm>
        </p:spPr>
        <p:txBody>
          <a:bodyPr anchor="t">
            <a:noAutofit/>
          </a:bodyPr>
          <a:lstStyle>
            <a:lvl1pPr marL="0" indent="0">
              <a:lnSpc>
                <a:spcPct val="150000"/>
              </a:lnSpc>
              <a:buFont typeface="+mj-lt"/>
              <a:buNone/>
              <a:defRPr sz="1800"/>
            </a:lvl1pPr>
            <a:lvl2pPr marL="228600" indent="0">
              <a:lnSpc>
                <a:spcPct val="150000"/>
              </a:lnSpc>
              <a:buFont typeface="+mj-lt"/>
              <a:buNone/>
              <a:defRPr sz="1800"/>
            </a:lvl2pPr>
            <a:lvl3pPr marL="457200" indent="0">
              <a:lnSpc>
                <a:spcPct val="150000"/>
              </a:lnSpc>
              <a:buFont typeface="+mj-lt"/>
              <a:buNone/>
              <a:defRPr sz="1800"/>
            </a:lvl3pPr>
            <a:lvl4pPr marL="685800" indent="0">
              <a:lnSpc>
                <a:spcPct val="150000"/>
              </a:lnSpc>
              <a:buFont typeface="+mj-lt"/>
              <a:buNone/>
              <a:defRPr sz="1800"/>
            </a:lvl4pPr>
            <a:lvl5pPr>
              <a:lnSpc>
                <a:spcPct val="150000"/>
              </a:lnSpc>
              <a:buFont typeface="+mj-lt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9C1A172-F829-D2DE-BDB2-B86E6ACE1886}"/>
              </a:ext>
            </a:extLst>
          </p:cNvPr>
          <p:cNvCxnSpPr>
            <a:cxnSpLocks/>
          </p:cNvCxnSpPr>
          <p:nvPr userDrawn="1"/>
        </p:nvCxnSpPr>
        <p:spPr>
          <a:xfrm>
            <a:off x="6095999" y="2743200"/>
            <a:ext cx="5477256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0" y="6343955"/>
            <a:ext cx="298540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35886" y="6343955"/>
            <a:ext cx="1553108" cy="365125"/>
          </a:xfrm>
        </p:spPr>
        <p:txBody>
          <a:bodyPr>
            <a:noAutofit/>
          </a:bodyPr>
          <a:lstStyle/>
          <a:p>
            <a:fld id="{C1968991-530B-4F8D-80FE-2192BD2DD5A5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0176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824824"/>
            <a:ext cx="6397753" cy="1527976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7" y="3505200"/>
            <a:ext cx="4568953" cy="164519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23477E6-5CE8-4544-92C7-AEB7D166FD7D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89251BE-373D-9B13-B9E2-73DFEBE40118}"/>
              </a:ext>
            </a:extLst>
          </p:cNvPr>
          <p:cNvSpPr/>
          <p:nvPr/>
        </p:nvSpPr>
        <p:spPr>
          <a:xfrm>
            <a:off x="11250895" y="57912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698E032-CDEE-AA9B-44A7-CE5EBB6948C0}"/>
              </a:ext>
            </a:extLst>
          </p:cNvPr>
          <p:cNvSpPr/>
          <p:nvPr/>
        </p:nvSpPr>
        <p:spPr>
          <a:xfrm>
            <a:off x="685800" y="61416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C778913-9F6C-8FDD-B123-16048004EC56}"/>
              </a:ext>
            </a:extLst>
          </p:cNvPr>
          <p:cNvSpPr/>
          <p:nvPr/>
        </p:nvSpPr>
        <p:spPr>
          <a:xfrm>
            <a:off x="10998565" y="58736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6283179-133D-0E64-C08A-4D59C8B2F9DB}"/>
              </a:ext>
            </a:extLst>
          </p:cNvPr>
          <p:cNvSpPr/>
          <p:nvPr/>
        </p:nvSpPr>
        <p:spPr>
          <a:xfrm>
            <a:off x="10976145" y="58736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455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85B71F7-9EDC-DB6C-D713-7ACE3A2EADC0}"/>
              </a:ext>
            </a:extLst>
          </p:cNvPr>
          <p:cNvSpPr/>
          <p:nvPr/>
        </p:nvSpPr>
        <p:spPr>
          <a:xfrm>
            <a:off x="968457" y="5410200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5842DDA-AD76-0064-2B85-CB145F4CE540}"/>
              </a:ext>
            </a:extLst>
          </p:cNvPr>
          <p:cNvSpPr/>
          <p:nvPr/>
        </p:nvSpPr>
        <p:spPr>
          <a:xfrm>
            <a:off x="581245" y="5761884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5E58AC6-620E-20FA-E8F5-375DA2977A43}"/>
              </a:ext>
            </a:extLst>
          </p:cNvPr>
          <p:cNvSpPr/>
          <p:nvPr/>
        </p:nvSpPr>
        <p:spPr>
          <a:xfrm>
            <a:off x="718340" y="5492382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EA14E2E-5098-2800-A72C-138A5840365C}"/>
              </a:ext>
            </a:extLst>
          </p:cNvPr>
          <p:cNvSpPr/>
          <p:nvPr/>
        </p:nvSpPr>
        <p:spPr>
          <a:xfrm>
            <a:off x="696080" y="5492388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tx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685800"/>
            <a:ext cx="3652523" cy="4102460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81600" y="685800"/>
            <a:ext cx="6394703" cy="5455003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659F5542-E2F9-4DC1-8AB7-8E5D8714BD21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417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881EABF-B6BB-1FBF-962C-A6A6C8C2418A}"/>
              </a:ext>
            </a:extLst>
          </p:cNvPr>
          <p:cNvCxnSpPr/>
          <p:nvPr userDrawn="1"/>
        </p:nvCxnSpPr>
        <p:spPr>
          <a:xfrm>
            <a:off x="612647" y="2359152"/>
            <a:ext cx="6336792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4"/>
            <a:ext cx="6391374" cy="1371996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3" y="2742645"/>
            <a:ext cx="6391247" cy="3429551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774" y="6346865"/>
            <a:ext cx="2805405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886895" y="6346865"/>
            <a:ext cx="1607270" cy="365125"/>
          </a:xfrm>
        </p:spPr>
        <p:txBody>
          <a:bodyPr>
            <a:noAutofit/>
          </a:bodyPr>
          <a:lstStyle/>
          <a:p>
            <a:fld id="{DD3D21CC-B9C8-49F6-ADE7-6BF4A546A74E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530932" y="634686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35EC8126-6431-465A-8AC3-0118DD8825B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31546" y="1"/>
            <a:ext cx="4560454" cy="6858000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85427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fld id="{40723AE1-14A9-42B1-9F02-B524DA83076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6216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0400" y="685800"/>
            <a:ext cx="4561665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EEFBBBB-A526-5A93-34B8-A377087586A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20736" y="2286000"/>
            <a:ext cx="4561665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020736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5067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F2240801-1142-4411-9AA3-00BC0B3F40DA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69922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72002" cy="1371264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599" y="2286000"/>
            <a:ext cx="4561666" cy="388620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C6055EC-0CB7-A026-AE8C-74A36F768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599" y="6343955"/>
            <a:ext cx="2105099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E86096B-57D4-1243-A86D-1D5E7DC3A7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963930" y="6343955"/>
            <a:ext cx="1772029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CFA9782-9FBA-47E1-A36A-E75622F7046E}" type="datetime1">
              <a:rPr lang="en-US" smtClean="0"/>
              <a:t>5/18/2026</a:t>
            </a:fld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A98A8E55-200E-96B4-1462-6DA457A20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35959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1">
            <a:extLst>
              <a:ext uri="{FF2B5EF4-FFF2-40B4-BE49-F238E27FC236}">
                <a16:creationId xmlns:a16="http://schemas.microsoft.com/office/drawing/2014/main" id="{48233842-32AB-C53C-CA20-8101D4E63DC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01536" y="0"/>
            <a:ext cx="639046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4704537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8" y="685800"/>
            <a:ext cx="3364992" cy="1996301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698" y="2880360"/>
            <a:ext cx="3364992" cy="3234856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C119522C-433C-CA02-AD5B-2ABB39A416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5698" y="6343955"/>
            <a:ext cx="2012061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76C67AD-99A1-8DF0-C332-BB3E0C53717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627759" y="6343955"/>
            <a:ext cx="922372" cy="365125"/>
          </a:xfrm>
        </p:spPr>
        <p:txBody>
          <a:bodyPr>
            <a:noAutofit/>
          </a:bodyPr>
          <a:lstStyle/>
          <a:p>
            <a:fld id="{AAA916C4-9175-479B-9610-7E06A2EDFEE0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3" name="Slide Number Placeholder 9">
            <a:extLst>
              <a:ext uri="{FF2B5EF4-FFF2-40B4-BE49-F238E27FC236}">
                <a16:creationId xmlns:a16="http://schemas.microsoft.com/office/drawing/2014/main" id="{C8D2CF7B-FF7A-7960-DB96-2B1846DA41A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550131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B08A763A-F1F9-D459-6C34-39765662759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07856" y="0"/>
            <a:ext cx="7584144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196436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9200" y="685800"/>
            <a:ext cx="2748115" cy="2743200"/>
          </a:xfrm>
          <a:noFill/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487E718-4223-B4DB-C92A-99E891E642B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9200" y="3703320"/>
            <a:ext cx="2743201" cy="2476061"/>
          </a:xfrm>
          <a:noFill/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39200" y="6343955"/>
            <a:ext cx="1404460" cy="365125"/>
          </a:xfrm>
          <a:noFill/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92522" y="6343955"/>
            <a:ext cx="854573" cy="365125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AD2788-6390-4160-9542-0F1C554F0165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7096" y="6343955"/>
            <a:ext cx="429207" cy="365125"/>
          </a:xfrm>
          <a:noFill/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54980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685800"/>
            <a:ext cx="2748114" cy="2743200"/>
          </a:xfrm>
        </p:spPr>
        <p:txBody>
          <a:bodyPr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703320"/>
            <a:ext cx="2743200" cy="247606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644F6AEF-CB45-AC6F-F205-7AB277670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697" y="6343955"/>
            <a:ext cx="1404460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Date Placeholder 4">
            <a:extLst>
              <a:ext uri="{FF2B5EF4-FFF2-40B4-BE49-F238E27FC236}">
                <a16:creationId xmlns:a16="http://schemas.microsoft.com/office/drawing/2014/main" id="{980DDA2F-B408-A7AF-463F-3F6ED55C1A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069019" y="6343955"/>
            <a:ext cx="854573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6E6CDFB-328D-4B9A-B955-967B0C6194A8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9C6A3F52-E7A3-B732-2650-C47F8BE2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23593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80894EEF-95B5-F8FE-9FBB-D5DFD413C06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962400" y="0"/>
            <a:ext cx="822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2611547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343400"/>
            <a:ext cx="4019522" cy="1159931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E0CE544-3552-FE00-5B00-942E522A2A5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38862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81600" y="4343400"/>
            <a:ext cx="6400800" cy="1159931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A994DB4-9653-4FD4-8A14-5DAFB68B0E92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1148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3886200"/>
            <a:ext cx="3044954" cy="2245126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67200" y="3886200"/>
            <a:ext cx="7315199" cy="224512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0BECFC22-7333-427C-A7BB-2A423772B9A0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66004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3044954" cy="2035724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9158" y="685800"/>
            <a:ext cx="7315199" cy="2014665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buNone/>
              <a:defRPr lang="en-US" sz="1400" b="0" i="0" dirty="0">
                <a:latin typeface="+mn-lt"/>
              </a:defRPr>
            </a:lvl1pPr>
            <a:lvl2pPr marL="228600" indent="0">
              <a:buNone/>
              <a:defRPr lang="en-US" sz="1400" b="0" i="0" dirty="0">
                <a:latin typeface="+mn-lt"/>
              </a:defRPr>
            </a:lvl2pPr>
            <a:lvl3pPr marL="457200" indent="0">
              <a:buNone/>
              <a:defRPr lang="en-US" sz="1400" b="0" i="0" dirty="0">
                <a:latin typeface="+mn-lt"/>
              </a:defRPr>
            </a:lvl3pPr>
            <a:lvl4pPr marL="685800" indent="0">
              <a:buNone/>
              <a:defRPr lang="en-US" sz="1400" b="0" i="0" dirty="0">
                <a:latin typeface="+mn-lt"/>
              </a:defRPr>
            </a:lvl4pPr>
            <a:lvl5pPr marL="914400" indent="0">
              <a:buNone/>
              <a:defRPr lang="en-US" sz="1400" b="0" i="0" dirty="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2896372"/>
            <a:ext cx="2791027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65894" y="2896372"/>
            <a:ext cx="1559379" cy="365125"/>
          </a:xfrm>
        </p:spPr>
        <p:txBody>
          <a:bodyPr>
            <a:noAutofit/>
          </a:bodyPr>
          <a:lstStyle/>
          <a:p>
            <a:fld id="{B78D85C6-8657-43F4-BE68-8F80962A5435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5151" y="2896372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4178283B-8F20-CAA0-928D-318B857F959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3414669"/>
            <a:ext cx="12192000" cy="3443331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07672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8"/>
            <a:ext cx="5483353" cy="1388318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8" y="2651760"/>
            <a:ext cx="5483352" cy="3521850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4AB12E0E-A617-768A-7E0E-472481185B1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7792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C1D70B4-629A-1A3A-D1BB-D35C3AED4BAD}"/>
              </a:ext>
            </a:extLst>
          </p:cNvPr>
          <p:cNvCxnSpPr>
            <a:cxnSpLocks/>
          </p:cNvCxnSpPr>
          <p:nvPr userDrawn="1"/>
        </p:nvCxnSpPr>
        <p:spPr>
          <a:xfrm>
            <a:off x="609600" y="236222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8F922763-A12B-44C2-4F2D-AAD3B317EC9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88D44AB0-B4BD-5097-DB6C-0B96B75B1DA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59D65A6B-59CD-4A95-97A1-5003425BCE5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8EA9CC9C-E71E-C316-0680-F4BD6EDC87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3409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9753" cy="898525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E15E62-FEF2-298A-EC8D-72D59188CB27}"/>
              </a:ext>
            </a:extLst>
          </p:cNvPr>
          <p:cNvCxnSpPr>
            <a:cxnSpLocks/>
          </p:cNvCxnSpPr>
          <p:nvPr userDrawn="1"/>
        </p:nvCxnSpPr>
        <p:spPr>
          <a:xfrm>
            <a:off x="609600" y="1905000"/>
            <a:ext cx="109728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" y="2286012"/>
            <a:ext cx="5479474" cy="298765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4892D5B-0772-8929-54F9-AA16EED38E2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15575" y="2285301"/>
            <a:ext cx="4863778" cy="388618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3955"/>
            <a:ext cx="2642932" cy="365125"/>
          </a:xfrm>
        </p:spPr>
        <p:txBody>
          <a:bodyPr>
            <a:noAutofit/>
          </a:bodyPr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86595" y="6343955"/>
            <a:ext cx="1449697" cy="365125"/>
          </a:xfrm>
        </p:spPr>
        <p:txBody>
          <a:bodyPr>
            <a:noAutofit/>
          </a:bodyPr>
          <a:lstStyle/>
          <a:p>
            <a:fld id="{AEBE612C-E459-4252-B286-C98BDF4C5E92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6293" y="6343955"/>
            <a:ext cx="443060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2421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9903" y="685807"/>
            <a:ext cx="5486400" cy="138830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5">
            <a:extLst>
              <a:ext uri="{FF2B5EF4-FFF2-40B4-BE49-F238E27FC236}">
                <a16:creationId xmlns:a16="http://schemas.microsoft.com/office/drawing/2014/main" id="{3F8ACB4F-E132-97B5-797E-ADFB9AC8345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16658" y="685807"/>
            <a:ext cx="4864608" cy="5486377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89903" y="2650330"/>
            <a:ext cx="5486400" cy="3521854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0415657-C9CC-A8DC-C841-09A42AC901EC}"/>
              </a:ext>
            </a:extLst>
          </p:cNvPr>
          <p:cNvCxnSpPr>
            <a:cxnSpLocks/>
          </p:cNvCxnSpPr>
          <p:nvPr userDrawn="1"/>
        </p:nvCxnSpPr>
        <p:spPr>
          <a:xfrm>
            <a:off x="6089903" y="2362219"/>
            <a:ext cx="5486400" cy="0"/>
          </a:xfrm>
          <a:prstGeom prst="line">
            <a:avLst/>
          </a:prstGeom>
          <a:ln w="317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D65827FC-FBF0-2A7B-2AE9-11D916DB970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2647" y="6343955"/>
            <a:ext cx="2805405" cy="365125"/>
          </a:xfrm>
        </p:spPr>
        <p:txBody>
          <a:bodyPr>
            <a:noAutofit/>
          </a:bodyPr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7D3F37AD-0904-9EC0-EFEE-899B457A4536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8893929" y="6343955"/>
            <a:ext cx="2202644" cy="365125"/>
          </a:xfrm>
        </p:spPr>
        <p:txBody>
          <a:bodyPr>
            <a:noAutofit/>
          </a:bodyPr>
          <a:lstStyle/>
          <a:p>
            <a:fld id="{D8568ADA-B78D-4076-A9DF-6C8E04B71243}" type="datetime1">
              <a:rPr lang="en-US" smtClean="0"/>
              <a:t>5/18/2026</a:t>
            </a:fld>
            <a:endParaRPr lang="en-US"/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655EC9E8-1A84-6C33-ADB3-D40020F509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58293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E3ED234F-BBE0-48A3-AC31-D10A1F3BC187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79622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89110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EC4665C-5805-BDA9-0EA4-387D86C88AB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2647" y="2057400"/>
            <a:ext cx="2740153" cy="4091502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10001" y="2057400"/>
            <a:ext cx="7766302" cy="4091502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AA0D3809-2B53-482D-AD1B-8B09C4B2656C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01948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1DA757D-A9AE-985A-6EEE-C02E46D45DC9}"/>
              </a:ext>
            </a:extLst>
          </p:cNvPr>
          <p:cNvSpPr/>
          <p:nvPr/>
        </p:nvSpPr>
        <p:spPr>
          <a:xfrm>
            <a:off x="11250895" y="4343400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71E517F-7D77-FEA1-94A2-D8522A1BF181}"/>
              </a:ext>
            </a:extLst>
          </p:cNvPr>
          <p:cNvSpPr/>
          <p:nvPr/>
        </p:nvSpPr>
        <p:spPr>
          <a:xfrm>
            <a:off x="685800" y="4693895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562EAE4C-19D0-A0E4-1FDC-967BD2694E6F}"/>
              </a:ext>
            </a:extLst>
          </p:cNvPr>
          <p:cNvSpPr/>
          <p:nvPr/>
        </p:nvSpPr>
        <p:spPr>
          <a:xfrm>
            <a:off x="10998565" y="4425832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7E35C93-E0FF-6186-7502-985D78DA9B28}"/>
              </a:ext>
            </a:extLst>
          </p:cNvPr>
          <p:cNvSpPr/>
          <p:nvPr/>
        </p:nvSpPr>
        <p:spPr>
          <a:xfrm>
            <a:off x="10976145" y="4425837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pPr algn="l" rtl="0"/>
            <a:endParaRPr lang="en-US"/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D4E889F8-D8CB-1564-17A8-26A2F4258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502546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3B51AE5-91E2-069A-7DF2-EB394DA25E2D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 algn="l" rtl="0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154F04C1-B149-48D4-90B8-E64820B32F5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 algn="r" rtl="0"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1203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E73F6F-B481-328B-CE64-8485DC66B8EA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7D968F-BFC6-694E-9A7C-A113E7DEBF65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B77A14AD-A403-0816-9FED-F4E7BB405B17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C5DE6E3-5C5B-04A2-6D84-63D852F6062A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6D258FD5-5B6B-DBB1-0F00-D02C71197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859867"/>
            <a:ext cx="9144000" cy="10972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196BB08E-5668-89FF-C0AE-D8A83C783F7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600199"/>
            <a:ext cx="9171115" cy="3259668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1AED7B4-8DB4-40B0-90CF-49D3708442C0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743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132C402C-8B4C-3690-6875-FE157681B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257800"/>
            <a:ext cx="9144000" cy="868680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defRPr sz="1800" cap="none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C80DC0CF-9044-3D55-7D8F-4CD97232E3E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82484" y="1143000"/>
            <a:ext cx="10115679" cy="3474720"/>
          </a:xfrm>
        </p:spPr>
        <p:txBody>
          <a:bodyPr anchor="ctr">
            <a:noAutofit/>
          </a:bodyPr>
          <a:lstStyle>
            <a:lvl1pPr>
              <a:lnSpc>
                <a:spcPct val="90000"/>
              </a:lnSpc>
              <a:defRPr sz="28000"/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F861E720-2EA4-4832-8DC2-DC3D2BDBB07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B480B90-B64C-0559-ACB2-7DBB57135C77}"/>
              </a:ext>
            </a:extLst>
          </p:cNvPr>
          <p:cNvSpPr/>
          <p:nvPr/>
        </p:nvSpPr>
        <p:spPr>
          <a:xfrm>
            <a:off x="11250895" y="4562062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D2E866D-D29F-1CC5-14B2-BB24F10745FE}"/>
              </a:ext>
            </a:extLst>
          </p:cNvPr>
          <p:cNvSpPr/>
          <p:nvPr/>
        </p:nvSpPr>
        <p:spPr>
          <a:xfrm>
            <a:off x="685800" y="4912557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FA0DC7F-E416-CA3E-E389-945D5FA32CC9}"/>
              </a:ext>
            </a:extLst>
          </p:cNvPr>
          <p:cNvSpPr/>
          <p:nvPr/>
        </p:nvSpPr>
        <p:spPr>
          <a:xfrm>
            <a:off x="10998565" y="4644494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D9CC5C-2252-AB09-49B5-FD1BE0E74E30}"/>
              </a:ext>
            </a:extLst>
          </p:cNvPr>
          <p:cNvSpPr/>
          <p:nvPr/>
        </p:nvSpPr>
        <p:spPr>
          <a:xfrm>
            <a:off x="10976145" y="4644499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50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005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22479" y="685800"/>
            <a:ext cx="9140953" cy="2699775"/>
          </a:xfrm>
        </p:spPr>
        <p:txBody>
          <a:bodyPr anchor="t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BF01E07-9F97-42AE-9FE9-3EAD856BDB2A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E594965-EF4A-40C0-FED1-CF5564CED970}"/>
              </a:ext>
            </a:extLst>
          </p:cNvPr>
          <p:cNvSpPr/>
          <p:nvPr/>
        </p:nvSpPr>
        <p:spPr>
          <a:xfrm>
            <a:off x="11250895" y="4562061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DE90F9-432C-AEEC-88D5-177A0E299391}"/>
              </a:ext>
            </a:extLst>
          </p:cNvPr>
          <p:cNvSpPr/>
          <p:nvPr/>
        </p:nvSpPr>
        <p:spPr>
          <a:xfrm>
            <a:off x="685800" y="4912556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8ECD3CD-C697-A46B-71F2-D64BD77C395C}"/>
              </a:ext>
            </a:extLst>
          </p:cNvPr>
          <p:cNvSpPr/>
          <p:nvPr/>
        </p:nvSpPr>
        <p:spPr>
          <a:xfrm>
            <a:off x="10998565" y="4644493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46793A7-6512-567E-DAFF-BB4A63B89DC3}"/>
              </a:ext>
            </a:extLst>
          </p:cNvPr>
          <p:cNvSpPr/>
          <p:nvPr/>
        </p:nvSpPr>
        <p:spPr>
          <a:xfrm>
            <a:off x="10976145" y="4644498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4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A66A0D5A-6B2D-15B8-4FC0-30535DF01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179918211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7D86F34B-87C2-AC58-5483-78C0E5DB477C}"/>
              </a:ext>
            </a:extLst>
          </p:cNvPr>
          <p:cNvSpPr/>
          <p:nvPr/>
        </p:nvSpPr>
        <p:spPr>
          <a:xfrm>
            <a:off x="11254003" y="729226"/>
            <a:ext cx="6296" cy="742941"/>
          </a:xfrm>
          <a:custGeom>
            <a:avLst/>
            <a:gdLst>
              <a:gd name="connsiteX0" fmla="*/ 0 w 6296"/>
              <a:gd name="connsiteY0" fmla="*/ 0 h 742941"/>
              <a:gd name="connsiteX1" fmla="*/ 0 w 6296"/>
              <a:gd name="connsiteY1" fmla="*/ 742942 h 7429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96" h="742941">
                <a:moveTo>
                  <a:pt x="0" y="0"/>
                </a:moveTo>
                <a:lnTo>
                  <a:pt x="0" y="742942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B6B59A7-7C3C-7431-CC9A-51EFBA257959}"/>
              </a:ext>
            </a:extLst>
          </p:cNvPr>
          <p:cNvSpPr/>
          <p:nvPr/>
        </p:nvSpPr>
        <p:spPr>
          <a:xfrm>
            <a:off x="10866791" y="1080910"/>
            <a:ext cx="742942" cy="6296"/>
          </a:xfrm>
          <a:custGeom>
            <a:avLst/>
            <a:gdLst>
              <a:gd name="connsiteX0" fmla="*/ 742942 w 742942"/>
              <a:gd name="connsiteY0" fmla="*/ 0 h 6296"/>
              <a:gd name="connsiteX1" fmla="*/ 0 w 742942"/>
              <a:gd name="connsiteY1" fmla="*/ 0 h 62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42" h="6296">
                <a:moveTo>
                  <a:pt x="742942" y="0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2D0661-BB9A-E751-A4EB-2C95BF96A560}"/>
              </a:ext>
            </a:extLst>
          </p:cNvPr>
          <p:cNvSpPr/>
          <p:nvPr/>
        </p:nvSpPr>
        <p:spPr>
          <a:xfrm>
            <a:off x="11003886" y="811408"/>
            <a:ext cx="525338" cy="525339"/>
          </a:xfrm>
          <a:custGeom>
            <a:avLst/>
            <a:gdLst>
              <a:gd name="connsiteX0" fmla="*/ 525339 w 525338"/>
              <a:gd name="connsiteY0" fmla="*/ 0 h 525339"/>
              <a:gd name="connsiteX1" fmla="*/ 0 w 525338"/>
              <a:gd name="connsiteY1" fmla="*/ 525339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38" h="525339">
                <a:moveTo>
                  <a:pt x="525339" y="0"/>
                </a:moveTo>
                <a:lnTo>
                  <a:pt x="0" y="525339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09A5AB9-86E5-2BD1-8EFC-49C204619282}"/>
              </a:ext>
            </a:extLst>
          </p:cNvPr>
          <p:cNvSpPr/>
          <p:nvPr/>
        </p:nvSpPr>
        <p:spPr>
          <a:xfrm>
            <a:off x="10981626" y="811414"/>
            <a:ext cx="525342" cy="525339"/>
          </a:xfrm>
          <a:custGeom>
            <a:avLst/>
            <a:gdLst>
              <a:gd name="connsiteX0" fmla="*/ 525343 w 525342"/>
              <a:gd name="connsiteY0" fmla="*/ 525339 h 525339"/>
              <a:gd name="connsiteX1" fmla="*/ 0 w 525342"/>
              <a:gd name="connsiteY1" fmla="*/ 0 h 5253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5342" h="525339">
                <a:moveTo>
                  <a:pt x="525343" y="525339"/>
                </a:moveTo>
                <a:lnTo>
                  <a:pt x="0" y="0"/>
                </a:lnTo>
              </a:path>
            </a:pathLst>
          </a:custGeom>
          <a:ln w="31077" cap="flat">
            <a:solidFill>
              <a:schemeClr val="bg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7" y="1600200"/>
            <a:ext cx="10055353" cy="3657601"/>
          </a:xfrm>
        </p:spPr>
        <p:txBody>
          <a:bodyPr anchor="b">
            <a:no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34B2334-B27F-4DA0-8A92-599603070D6B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5">
            <a:extLst>
              <a:ext uri="{FF2B5EF4-FFF2-40B4-BE49-F238E27FC236}">
                <a16:creationId xmlns:a16="http://schemas.microsoft.com/office/drawing/2014/main" id="{A4A8879E-F637-BA38-C325-517B59E125E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5486398"/>
            <a:ext cx="10058400" cy="669473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1602196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0ED10B2-4172-93C9-B408-242DDBA504A8}"/>
              </a:ext>
            </a:extLst>
          </p:cNvPr>
          <p:cNvSpPr/>
          <p:nvPr/>
        </p:nvSpPr>
        <p:spPr>
          <a:xfrm>
            <a:off x="11250895" y="5430148"/>
            <a:ext cx="6351" cy="745197"/>
          </a:xfrm>
          <a:custGeom>
            <a:avLst/>
            <a:gdLst>
              <a:gd name="connsiteX0" fmla="*/ 0 w 6351"/>
              <a:gd name="connsiteY0" fmla="*/ 0 h 745197"/>
              <a:gd name="connsiteX1" fmla="*/ 0 w 6351"/>
              <a:gd name="connsiteY1" fmla="*/ 745198 h 7451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1" h="745197">
                <a:moveTo>
                  <a:pt x="0" y="0"/>
                </a:moveTo>
                <a:lnTo>
                  <a:pt x="0" y="745198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CF4AA95-C597-81F0-35EA-96B5BA7A12BB}"/>
              </a:ext>
            </a:extLst>
          </p:cNvPr>
          <p:cNvSpPr/>
          <p:nvPr/>
        </p:nvSpPr>
        <p:spPr>
          <a:xfrm>
            <a:off x="685800" y="5780643"/>
            <a:ext cx="10923933" cy="0"/>
          </a:xfrm>
          <a:custGeom>
            <a:avLst/>
            <a:gdLst>
              <a:gd name="connsiteX0" fmla="*/ 10923934 w 10923933"/>
              <a:gd name="connsiteY0" fmla="*/ 0 h 0"/>
              <a:gd name="connsiteX1" fmla="*/ 0 w 10923933"/>
              <a:gd name="connsiteY1" fmla="*/ 1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923933">
                <a:moveTo>
                  <a:pt x="10923934" y="0"/>
                </a:moveTo>
                <a:lnTo>
                  <a:pt x="0" y="1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EDA37871-D86F-9BA6-1D96-9B3392C2F247}"/>
              </a:ext>
            </a:extLst>
          </p:cNvPr>
          <p:cNvSpPr/>
          <p:nvPr/>
        </p:nvSpPr>
        <p:spPr>
          <a:xfrm>
            <a:off x="10998565" y="5512580"/>
            <a:ext cx="529937" cy="526934"/>
          </a:xfrm>
          <a:custGeom>
            <a:avLst/>
            <a:gdLst>
              <a:gd name="connsiteX0" fmla="*/ 529938 w 529937"/>
              <a:gd name="connsiteY0" fmla="*/ 0 h 526934"/>
              <a:gd name="connsiteX1" fmla="*/ 0 w 529937"/>
              <a:gd name="connsiteY1" fmla="*/ 526935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0"/>
                </a:moveTo>
                <a:lnTo>
                  <a:pt x="0" y="526935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B203EFA-FE43-9B63-5768-4A3FD1509639}"/>
              </a:ext>
            </a:extLst>
          </p:cNvPr>
          <p:cNvSpPr/>
          <p:nvPr/>
        </p:nvSpPr>
        <p:spPr>
          <a:xfrm>
            <a:off x="10976145" y="5512585"/>
            <a:ext cx="529937" cy="526934"/>
          </a:xfrm>
          <a:custGeom>
            <a:avLst/>
            <a:gdLst>
              <a:gd name="connsiteX0" fmla="*/ 529938 w 529937"/>
              <a:gd name="connsiteY0" fmla="*/ 526935 h 526934"/>
              <a:gd name="connsiteX1" fmla="*/ 0 w 529937"/>
              <a:gd name="connsiteY1" fmla="*/ 0 h 5269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9937" h="526934">
                <a:moveTo>
                  <a:pt x="529938" y="526935"/>
                </a:moveTo>
                <a:lnTo>
                  <a:pt x="0" y="0"/>
                </a:lnTo>
              </a:path>
            </a:pathLst>
          </a:custGeom>
          <a:ln w="31732" cap="flat">
            <a:solidFill>
              <a:schemeClr val="accent2"/>
            </a:solidFill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868680"/>
            <a:ext cx="9140952" cy="3660746"/>
          </a:xfrm>
        </p:spPr>
        <p:txBody>
          <a:bodyPr anchor="ctr">
            <a:no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5400" b="0" i="0" cap="all" baseline="0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9B8D85F-DE7D-4C09-9BDD-03377313F809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259B8E5-883A-B6CE-4C6C-F6F48B038C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4617720"/>
            <a:ext cx="9140951" cy="7886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800" cap="none" baseline="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</p:spTree>
    <p:extLst>
      <p:ext uri="{BB962C8B-B14F-4D97-AF65-F5344CB8AC3E}">
        <p14:creationId xmlns:p14="http://schemas.microsoft.com/office/powerpoint/2010/main" val="2291880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A77448-F1DA-CAC1-9B05-8F5CE65586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1878566"/>
            <a:ext cx="5074920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7572" y="1878566"/>
            <a:ext cx="5075556" cy="55983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14600"/>
            <a:ext cx="5075238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497572" y="2514600"/>
            <a:ext cx="5075556" cy="365918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CD150565-788C-402B-B078-3F96B9A231B8}" type="datetime1">
              <a:rPr lang="en-US" smtClean="0"/>
              <a:t>5/18/2026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35362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F5184-1DAA-DFF4-A408-3D5DD1517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10963655" cy="1133170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D7B20C69-CB4E-44F7-A408-67C55627795C}" type="datetime1">
              <a:rPr lang="en-US" smtClean="0"/>
              <a:t>5/18/2026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15250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1A9EA653-B766-E096-036C-1C173E299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1845593-CC30-27D6-3F82-E2BA784C4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76801" y="685800"/>
            <a:ext cx="6699502" cy="5486400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1400" dirty="0"/>
            </a:lvl1pPr>
            <a:lvl2pPr>
              <a:defRPr lang="en-US" sz="1400" dirty="0"/>
            </a:lvl2pPr>
            <a:lvl3pPr>
              <a:defRPr lang="en-US" sz="1400" dirty="0"/>
            </a:lvl3pPr>
            <a:lvl4pPr>
              <a:defRPr lang="en-US" sz="1400" dirty="0"/>
            </a:lvl4pPr>
            <a:lvl5pPr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572A1522-8F1E-408E-ABA2-6F5B206582B8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543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3654553" cy="3643916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4526280"/>
            <a:ext cx="3654553" cy="1621111"/>
          </a:xfrm>
        </p:spPr>
        <p:txBody>
          <a:bodyPr anchor="b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872039" y="685800"/>
            <a:ext cx="6699502" cy="544263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r>
              <a:rPr lang="en-US"/>
              <a:t>Sample Footer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fld id="{3E19A776-5AE6-4251-8560-C6066D0B46D6}" type="datetime1">
              <a:rPr lang="en-US" smtClean="0"/>
              <a:t>5/18/2026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831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theme" Target="../theme/theme1.xml"/><Relationship Id="rId49" Type="http://schemas.openxmlformats.org/officeDocument/2006/relationships/tags" Target="../tags/tag1.xml"/><Relationship Id="rId50" Type="http://schemas.openxmlformats.org/officeDocument/2006/relationships/oleObject" Target="../embeddings/oleObject1.bin"/><Relationship Id="rId51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F7B5651-BB23-92BA-6BB3-26C562896C25}"/>
              </a:ext>
            </a:extLst>
          </p:cNvPr>
          <p:cNvGraphicFramePr>
            <a:graphicFrameLocks/>
          </p:cNvGraphicFramePr>
          <p:nvPr userDrawn="1">
            <p:custDataLst>
              <p:tags r:id="rId49"/>
            </p:custDataLst>
            <p:extLst>
              <p:ext uri="{D42A27DB-BD31-4B8C-83A1-F6EECF244321}">
                <p14:modId xmlns:p14="http://schemas.microsoft.com/office/powerpoint/2010/main" val="27403907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0" imgW="469" imgH="469" progId="TCLayout.ActiveDocument.1">
                  <p:embed/>
                </p:oleObj>
              </mc:Choice>
              <mc:Fallback>
                <p:oleObj name="think-cell Slide" r:id="rId50" imgW="469" imgH="469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34418-1F0C-0BBF-D90A-EAD8B4E63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23581-75DD-2A91-C0BD-F925FD3095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80D463-375B-F137-5A3C-D92AE1DD6F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814657-813A-4D7B-A2F8-E573BA1645D3}" type="datetime1">
              <a:rPr lang="en-US" smtClean="0"/>
              <a:t>5/18/2026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C1338-8F81-B045-CA8B-C3D2C97EB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14107-564F-5E77-38AC-129CAE7A8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146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1" r:id="rId1"/>
    <p:sldLayoutId id="2147484172" r:id="rId2"/>
    <p:sldLayoutId id="2147484173" r:id="rId3"/>
    <p:sldLayoutId id="2147484174" r:id="rId4"/>
    <p:sldLayoutId id="2147484175" r:id="rId5"/>
    <p:sldLayoutId id="2147484176" r:id="rId6"/>
    <p:sldLayoutId id="2147484177" r:id="rId7"/>
    <p:sldLayoutId id="2147484178" r:id="rId8"/>
    <p:sldLayoutId id="2147484179" r:id="rId9"/>
    <p:sldLayoutId id="2147484180" r:id="rId10"/>
    <p:sldLayoutId id="2147484181" r:id="rId11"/>
    <p:sldLayoutId id="2147484119" r:id="rId12"/>
    <p:sldLayoutId id="2147484114" r:id="rId13"/>
    <p:sldLayoutId id="2147484116" r:id="rId14"/>
    <p:sldLayoutId id="2147484117" r:id="rId15"/>
    <p:sldLayoutId id="2147484118" r:id="rId16"/>
    <p:sldLayoutId id="2147484120" r:id="rId17"/>
    <p:sldLayoutId id="2147484121" r:id="rId18"/>
    <p:sldLayoutId id="2147484124" r:id="rId19"/>
    <p:sldLayoutId id="2147484125" r:id="rId20"/>
    <p:sldLayoutId id="2147484126" r:id="rId21"/>
    <p:sldLayoutId id="2147484129" r:id="rId22"/>
    <p:sldLayoutId id="2147484132" r:id="rId23"/>
    <p:sldLayoutId id="2147484133" r:id="rId24"/>
    <p:sldLayoutId id="2147484135" r:id="rId25"/>
    <p:sldLayoutId id="2147484136" r:id="rId26"/>
    <p:sldLayoutId id="2147484138" r:id="rId27"/>
    <p:sldLayoutId id="2147484139" r:id="rId28"/>
    <p:sldLayoutId id="2147484140" r:id="rId29"/>
    <p:sldLayoutId id="2147484141" r:id="rId30"/>
    <p:sldLayoutId id="2147484142" r:id="rId31"/>
    <p:sldLayoutId id="2147484143" r:id="rId32"/>
    <p:sldLayoutId id="2147484144" r:id="rId33"/>
    <p:sldLayoutId id="2147484145" r:id="rId34"/>
    <p:sldLayoutId id="2147484146" r:id="rId35"/>
    <p:sldLayoutId id="2147484147" r:id="rId36"/>
    <p:sldLayoutId id="2147484148" r:id="rId37"/>
    <p:sldLayoutId id="2147484149" r:id="rId38"/>
    <p:sldLayoutId id="2147484150" r:id="rId39"/>
    <p:sldLayoutId id="2147484152" r:id="rId40"/>
    <p:sldLayoutId id="2147484158" r:id="rId41"/>
    <p:sldLayoutId id="2147484159" r:id="rId42"/>
    <p:sldLayoutId id="2147484160" r:id="rId43"/>
    <p:sldLayoutId id="2147484162" r:id="rId44"/>
    <p:sldLayoutId id="2147484163" r:id="rId45"/>
    <p:sldLayoutId id="2147484165" r:id="rId46"/>
    <p:sldLayoutId id="2147484166" r:id="rId4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1.emf"/><Relationship Id="rId5" Type="http://schemas.openxmlformats.org/officeDocument/2006/relationships/chart" Target="../charts/chart1.xml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325F1-C8A6-CEE5-FB81-AB480C43F6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ADED292-C652-2EE5-AD32-15405641A85C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69" imgH="469" progId="TCLayout.ActiveDocument.1">
                  <p:embed/>
                </p:oleObj>
              </mc:Choice>
              <mc:Fallback>
                <p:oleObj name="think-cell Slide" r:id="rId3" imgW="469" imgH="469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3B2C33-2BFD-E3BB-80A2-B45A1671CC1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C12F4B89-965F-AA98-CC54-E78680E22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1994"/>
            <a:ext cx="10515600" cy="591315"/>
          </a:xfrm>
        </p:spPr>
        <p:txBody>
          <a:bodyPr vert="horz" rIns="91425">
            <a:normAutofit/>
          </a:bodyPr>
          <a:lstStyle/>
          <a:p>
            <a:r>
              <a:rPr lang="en-US" sz="2800" b="1" dirty="0">
                <a:solidFill>
                  <a:srgbClr val="3333CC"/>
                </a:solidFill>
              </a:rPr>
              <a:t>Postsecondary Enrollment</a:t>
            </a:r>
            <a:endParaRPr sz="2800" b="1" dirty="0">
              <a:solidFill>
                <a:srgbClr val="3333CC"/>
              </a:solidFill>
            </a:endParaRP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9F4E97A7-DC1B-1352-DDD1-2E0D0B4032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6472019"/>
              </p:ext>
            </p:extLst>
          </p:nvPr>
        </p:nvGraphicFramePr>
        <p:xfrm>
          <a:off x="1930400" y="1244742"/>
          <a:ext cx="8474841" cy="4583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C08F235C-2AAF-792A-1CE0-1B39C532181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017215"/>
            <a:ext cx="1930400" cy="743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9FD7DA-BC52-800D-7293-33D536116D62}"/>
              </a:ext>
            </a:extLst>
          </p:cNvPr>
          <p:cNvSpPr txBox="1"/>
          <p:nvPr/>
        </p:nvSpPr>
        <p:spPr>
          <a:xfrm>
            <a:off x="2184091" y="6379538"/>
            <a:ext cx="6621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t>Source: TEA. DCP. National Student Clearinghouse.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F2620F-7980-D76B-3D6B-25DF74A88234}"/>
              </a:ext>
            </a:extLst>
          </p:cNvPr>
          <p:cNvSpPr txBox="1"/>
          <p:nvPr/>
        </p:nvSpPr>
        <p:spPr>
          <a:xfrm>
            <a:off x="25399" y="516854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z="1300">
                <a:solidFill>
                  <a:srgbClr val="00B0F0"/>
                </a:solidFill>
                <a:latin typeface="Calibri"/>
              </a:rPr>
              <a:t>Aldine</a:t>
            </a:r>
            <a:endParaRPr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329870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EA42C18-4C38-43BB-8CE3-C963EDA9CBB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DE0AE46-2EED-447A-8B24-DFD65B70D44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3B381C-6232-408C-B65A-8475398E4C3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1031</TotalTime>
  <Words>15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think-cell Slide</vt:lpstr>
      <vt:lpstr>Postsecondary Enrollment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Obichi Oleru</dc:creator>
  <cp:lastModifiedBy>Obichi Oleru</cp:lastModifiedBy>
  <cp:revision>8</cp:revision>
  <dcterms:created xsi:type="dcterms:W3CDTF">2026-05-08T23:07:29Z</dcterms:created>
  <dcterms:modified xsi:type="dcterms:W3CDTF">2026-05-18T16:05:52Z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