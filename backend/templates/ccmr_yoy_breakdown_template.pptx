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62.8</c:v>
                </c:pt>
                <c:pt idx="1">
                  <c:v>4.8</c:v>
                </c:pt>
                <c:pt idx="2">
                  <c:v>76.3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74.6</c:v>
                </c:pt>
                <c:pt idx="1">
                  <c:v>10.6</c:v>
                </c:pt>
                <c:pt idx="2">
                  <c:v>84.2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81.3</c:v>
                </c:pt>
                <c:pt idx="1">
                  <c:v>17.9</c:v>
                </c:pt>
                <c:pt idx="2">
                  <c:v>91.8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sp>
        <p:nvSpPr>
          <p:cNvPr id="1" name="TextBox 0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3291"/>
                </a:solidFill>
                <a:latin typeface="Calibri"/>
              </a:rPr>
              <a:t>{{Campus}} CCMR YOY Growth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5760" y="1097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B0F0"/>
                </a:solidFill>
                <a:latin typeface="Calibri"/>
              </a:rPr>
              <a:t>{{District}}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26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Calibri"/>
              </a:rPr>
              <a:t>Source: CC Solutions.</a:t>
            </a:r>
          </a:p>
        </p:txBody>
      </p:sp>
      <p:pic>
        <p:nvPicPr>
          <p:cNvPr id="4" name="Picture 3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760720"/>
            <a:ext cx="1371600" cy="82296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828800" y="1463040"/>
          <a:ext cx="960120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