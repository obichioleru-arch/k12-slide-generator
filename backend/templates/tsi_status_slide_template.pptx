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Campus A</c:v>
                </c:pt>
                <c:pt idx="1">
                  <c:v>Campus B</c:v>
                </c:pt>
                <c:pt idx="2">
                  <c:v>Campus C</c:v>
                </c:pt>
                <c:pt idx="3">
                  <c:v>Campus 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Campus A</c:v>
                </c:pt>
                <c:pt idx="1">
                  <c:v>Campus B</c:v>
                </c:pt>
                <c:pt idx="2">
                  <c:v>Campus C</c:v>
                </c:pt>
                <c:pt idx="3">
                  <c:v>Campus 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70</c:v>
                </c:pt>
                <c:pt idx="2">
                  <c:v>50</c:v>
                </c:pt>
                <c:pt idx="3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Campus A</c:v>
                </c:pt>
                <c:pt idx="1">
                  <c:v>Campus B</c:v>
                </c:pt>
                <c:pt idx="2">
                  <c:v>Campus C</c:v>
                </c:pt>
                <c:pt idx="3">
                  <c:v>Campus 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</c:v>
                </c:pt>
                <c:pt idx="1">
                  <c:v>80</c:v>
                </c:pt>
                <c:pt idx="2">
                  <c:v>100</c:v>
                </c:pt>
                <c:pt idx="3">
                  <c:v>120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sp>
        <p:nvSpPr>
          <p:cNvPr id="1" name="TextBox 0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3291"/>
                </a:solidFill>
                <a:latin typeface="Calibri"/>
              </a:rPr>
              <a:t>TSI Status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5760" y="10972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00B0F0"/>
                </a:solidFill>
                <a:latin typeface="Calibri"/>
              </a:rPr>
              <a:t>{{District}}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6126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F2933"/>
                </a:solidFill>
                <a:latin typeface="Calibri"/>
              </a:rPr>
              <a:t>Source: TEA. DCP. National Student Clearinghouse.</a:t>
            </a:r>
          </a:p>
        </p:txBody>
      </p:sp>
      <p:pic>
        <p:nvPicPr>
          <p:cNvPr id="4" name="Picture 3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5760720"/>
            <a:ext cx="1371600" cy="822960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828800" y="1463040"/>
          <a:ext cx="960120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