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90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200</c:v>
                </c:pt>
                <c:pt idx="1">
                  <c:v>180</c:v>
                </c:pt>
                <c:pt idx="2">
                  <c:v>160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1" name="TextBox 0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291"/>
                </a:solidFill>
                <a:latin typeface="Calibri"/>
              </a:rPr>
              <a:t>TSI Status Trends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B0F0"/>
                </a:solidFill>
                <a:latin typeface="Calibri"/>
              </a:rPr>
              <a:t>{{District}}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Calibri"/>
              </a:rPr>
              <a:t>Source: TEA. DCP. National Student Clearinghouse.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760720"/>
            <a:ext cx="1371600" cy="82296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463040"/>
          <a:ext cx="96012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